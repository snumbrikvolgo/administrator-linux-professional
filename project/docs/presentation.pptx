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005fa0b6d04b90" /><Relationship Type="http://schemas.openxmlformats.org/officeDocument/2006/relationships/extended-properties" Target="/docProps/app.xml" Id="Rcd9559eb5543474c" /><Relationship Type="http://schemas.openxmlformats.org/officeDocument/2006/relationships/officeDocument" Target="/ppt/presentation.xml" Id="R9948207844d2429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878f4831f364c85"/>
    <p:sldMasterId xmlns:r="http://schemas.openxmlformats.org/officeDocument/2006/relationships" id="2147483663" r:id="Rd261b17996d44477"/>
    <p:sldMasterId xmlns:r="http://schemas.openxmlformats.org/officeDocument/2006/relationships" id="2147483674" r:id="Ra5783969a2cb4c34"/>
  </p:sldMasterIdLst>
  <p:notesMasterIdLst>
    <p:notesMasterId xmlns:r="http://schemas.openxmlformats.org/officeDocument/2006/relationships" r:id="R2bcb9c4d3c7b457a"/>
  </p:notesMasterIdLst>
  <p:sldIdLst>
    <p:sldId xmlns:r="http://schemas.openxmlformats.org/officeDocument/2006/relationships" id="256" r:id="R180a1f7f7d314b1f"/>
    <p:sldId xmlns:r="http://schemas.openxmlformats.org/officeDocument/2006/relationships" id="257" r:id="Re06265dbe5364054"/>
    <p:sldId xmlns:r="http://schemas.openxmlformats.org/officeDocument/2006/relationships" id="258" r:id="R946b0eab43144d51"/>
    <p:sldId xmlns:r="http://schemas.openxmlformats.org/officeDocument/2006/relationships" id="259" r:id="Red511fee1adf43e6"/>
    <p:sldId xmlns:r="http://schemas.openxmlformats.org/officeDocument/2006/relationships" id="260" r:id="Rb1298ce8a93b4a59"/>
    <p:sldId xmlns:r="http://schemas.openxmlformats.org/officeDocument/2006/relationships" id="261" r:id="Rbf1673134b764455"/>
    <p:sldId xmlns:r="http://schemas.openxmlformats.org/officeDocument/2006/relationships" id="262" r:id="R49dc597e4bbf47bb"/>
    <p:sldId xmlns:r="http://schemas.openxmlformats.org/officeDocument/2006/relationships" id="263" r:id="R6c6406adfd0847bc"/>
    <p:sldId xmlns:r="http://schemas.openxmlformats.org/officeDocument/2006/relationships" id="264" r:id="R9a23b0e61a6b44fa"/>
    <p:sldId xmlns:r="http://schemas.openxmlformats.org/officeDocument/2006/relationships" id="265" r:id="R076d6edaae3142c1"/>
    <p:sldId xmlns:r="http://schemas.openxmlformats.org/officeDocument/2006/relationships" id="266" r:id="R326a5ac645014d2b"/>
    <p:sldId xmlns:r="http://schemas.openxmlformats.org/officeDocument/2006/relationships" id="267" r:id="Raf97c0c6d6e1403a"/>
    <p:sldId xmlns:r="http://schemas.openxmlformats.org/officeDocument/2006/relationships" id="268" r:id="R150712c3fd4f4337"/>
    <p:sldId xmlns:r="http://schemas.openxmlformats.org/officeDocument/2006/relationships" id="269" r:id="R53ebeafff00e42e0"/>
    <p:sldId xmlns:r="http://schemas.openxmlformats.org/officeDocument/2006/relationships" id="270" r:id="R640735df3a834de7"/>
    <p:sldId xmlns:r="http://schemas.openxmlformats.org/officeDocument/2006/relationships" id="271" r:id="Rd722e07b1c9c4fd8"/>
    <p:sldId xmlns:r="http://schemas.openxmlformats.org/officeDocument/2006/relationships" id="272" r:id="Re3aa3d467f0d453d"/>
    <p:sldId xmlns:r="http://schemas.openxmlformats.org/officeDocument/2006/relationships" id="273" r:id="Rc044b87b1aa24c5f"/>
    <p:sldId xmlns:r="http://schemas.openxmlformats.org/officeDocument/2006/relationships" id="274" r:id="Rbf03f8629e544a64"/>
    <p:sldId xmlns:r="http://schemas.openxmlformats.org/officeDocument/2006/relationships" id="275" r:id="R24ddbee3d48a4d10"/>
    <p:sldId xmlns:r="http://schemas.openxmlformats.org/officeDocument/2006/relationships" id="276" r:id="Rb565eeb3eb964f14"/>
    <p:sldId xmlns:r="http://schemas.openxmlformats.org/officeDocument/2006/relationships" id="277" r:id="Rb63e571c57354f67"/>
    <p:sldId xmlns:r="http://schemas.openxmlformats.org/officeDocument/2006/relationships" id="278" r:id="R64afec8814f548a5"/>
    <p:sldId xmlns:r="http://schemas.openxmlformats.org/officeDocument/2006/relationships" id="279" r:id="R6e54b0f272f04dad"/>
  </p:sldIdLst>
  <p:sldSz cx="9144000" cy="5143500"/>
  <p:notesSz cx="6858000" cy="9144000"/>
  <p:embeddedFontLst>
    <p:embeddedFont>
      <p:font typeface="Roboto"/>
      <p:regular xmlns:r="http://schemas.openxmlformats.org/officeDocument/2006/relationships" r:id="Rf3841e6211974b3d"/>
      <p:bold xmlns:r="http://schemas.openxmlformats.org/officeDocument/2006/relationships" r:id="Redc5d411e70642ff"/>
      <p:italic xmlns:r="http://schemas.openxmlformats.org/officeDocument/2006/relationships" r:id="Rba12d4d63d474527"/>
      <p:boldItalic xmlns:r="http://schemas.openxmlformats.org/officeDocument/2006/relationships" r:id="Racf2031d8b9e4b5c"/>
    </p:embeddedFont>
    <p:embeddedFont>
      <p:font typeface="Roboto Medium"/>
      <p:regular xmlns:r="http://schemas.openxmlformats.org/officeDocument/2006/relationships" r:id="R1c87576a27404d44"/>
      <p:bold xmlns:r="http://schemas.openxmlformats.org/officeDocument/2006/relationships" r:id="R7068dfbd02064aa2"/>
      <p:italic xmlns:r="http://schemas.openxmlformats.org/officeDocument/2006/relationships" r:id="R5e7022375ad84d99"/>
      <p:boldItalic xmlns:r="http://schemas.openxmlformats.org/officeDocument/2006/relationships" r:id="R3482adf9f37c4f2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D74181E7-F95F-4DBE-B985-33ECB7688E48}">
  <a:tblStyle styleId="{D74181E7-F95F-4DBE-B985-33ECB7688E4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64524f9f97d4a51" /><Relationship Type="http://schemas.openxmlformats.org/officeDocument/2006/relationships/slideMaster" Target="/ppt/slideMasters/slideMaster1.xml" Id="R4878f4831f364c85" /><Relationship Type="http://schemas.openxmlformats.org/officeDocument/2006/relationships/slideMaster" Target="/ppt/slideMasters/slideMaster2.xml" Id="Rd261b17996d44477" /><Relationship Type="http://schemas.openxmlformats.org/officeDocument/2006/relationships/slideMaster" Target="/ppt/slideMasters/slideMaster3.xml" Id="Ra5783969a2cb4c34" /><Relationship Type="http://schemas.openxmlformats.org/officeDocument/2006/relationships/notesMaster" Target="/ppt/notesMasters/notesMaster1.xml" Id="R2bcb9c4d3c7b457a" /><Relationship Type="http://schemas.openxmlformats.org/officeDocument/2006/relationships/presProps" Target="/ppt/presProps.xml" Id="R93715fa1b4594e00" /><Relationship Type="http://schemas.openxmlformats.org/officeDocument/2006/relationships/viewProps" Target="/ppt/viewProps.xml" Id="Rcfd07faf090947a6" /><Relationship Type="http://schemas.openxmlformats.org/officeDocument/2006/relationships/tableStyles" Target="/ppt/tableStyles.xml" Id="R0e8423fab7be4f30" /><Relationship Type="http://schemas.openxmlformats.org/officeDocument/2006/relationships/font" Target="/ppt/fonts/font.dat" Id="Rf3841e6211974b3d" /><Relationship Type="http://schemas.openxmlformats.org/officeDocument/2006/relationships/font" Target="/ppt/fonts/font2.dat" Id="Redc5d411e70642ff" /><Relationship Type="http://schemas.openxmlformats.org/officeDocument/2006/relationships/font" Target="/ppt/fonts/font3.dat" Id="Rba12d4d63d474527" /><Relationship Type="http://schemas.openxmlformats.org/officeDocument/2006/relationships/font" Target="/ppt/fonts/font4.dat" Id="Racf2031d8b9e4b5c" /><Relationship Type="http://schemas.openxmlformats.org/officeDocument/2006/relationships/font" Target="/ppt/fonts/font5.dat" Id="R1c87576a27404d44" /><Relationship Type="http://schemas.openxmlformats.org/officeDocument/2006/relationships/font" Target="/ppt/fonts/font6.dat" Id="R7068dfbd02064aa2" /><Relationship Type="http://schemas.openxmlformats.org/officeDocument/2006/relationships/font" Target="/ppt/fonts/font7.dat" Id="R5e7022375ad84d99" /><Relationship Type="http://schemas.openxmlformats.org/officeDocument/2006/relationships/font" Target="/ppt/fonts/font8.dat" Id="R3482adf9f37c4f27" /><Relationship Type="http://schemas.openxmlformats.org/officeDocument/2006/relationships/slide" Target="/ppt/slides/slide1.xml" Id="R180a1f7f7d314b1f" /><Relationship Type="http://schemas.openxmlformats.org/officeDocument/2006/relationships/slide" Target="/ppt/slides/slide2.xml" Id="Re06265dbe5364054" /><Relationship Type="http://schemas.openxmlformats.org/officeDocument/2006/relationships/slide" Target="/ppt/slides/slide3.xml" Id="R946b0eab43144d51" /><Relationship Type="http://schemas.openxmlformats.org/officeDocument/2006/relationships/slide" Target="/ppt/slides/slide4.xml" Id="Red511fee1adf43e6" /><Relationship Type="http://schemas.openxmlformats.org/officeDocument/2006/relationships/slide" Target="/ppt/slides/slide5.xml" Id="Rb1298ce8a93b4a59" /><Relationship Type="http://schemas.openxmlformats.org/officeDocument/2006/relationships/slide" Target="/ppt/slides/slide6.xml" Id="Rbf1673134b764455" /><Relationship Type="http://schemas.openxmlformats.org/officeDocument/2006/relationships/slide" Target="/ppt/slides/slide7.xml" Id="R49dc597e4bbf47bb" /><Relationship Type="http://schemas.openxmlformats.org/officeDocument/2006/relationships/slide" Target="/ppt/slides/slide8.xml" Id="R6c6406adfd0847bc" /><Relationship Type="http://schemas.openxmlformats.org/officeDocument/2006/relationships/slide" Target="/ppt/slides/slide9.xml" Id="R9a23b0e61a6b44fa" /><Relationship Type="http://schemas.openxmlformats.org/officeDocument/2006/relationships/slide" Target="/ppt/slides/slide10.xml" Id="R076d6edaae3142c1" /><Relationship Type="http://schemas.openxmlformats.org/officeDocument/2006/relationships/slide" Target="/ppt/slides/slide11.xml" Id="R326a5ac645014d2b" /><Relationship Type="http://schemas.openxmlformats.org/officeDocument/2006/relationships/slide" Target="/ppt/slides/slide12.xml" Id="Raf97c0c6d6e1403a" /><Relationship Type="http://schemas.openxmlformats.org/officeDocument/2006/relationships/slide" Target="/ppt/slides/slide13.xml" Id="R150712c3fd4f4337" /><Relationship Type="http://schemas.openxmlformats.org/officeDocument/2006/relationships/slide" Target="/ppt/slides/slide14.xml" Id="R53ebeafff00e42e0" /><Relationship Type="http://schemas.openxmlformats.org/officeDocument/2006/relationships/slide" Target="/ppt/slides/slide15.xml" Id="R640735df3a834de7" /><Relationship Type="http://schemas.openxmlformats.org/officeDocument/2006/relationships/slide" Target="/ppt/slides/slide16.xml" Id="Rd722e07b1c9c4fd8" /><Relationship Type="http://schemas.openxmlformats.org/officeDocument/2006/relationships/slide" Target="/ppt/slides/slide17.xml" Id="Re3aa3d467f0d453d" /><Relationship Type="http://schemas.openxmlformats.org/officeDocument/2006/relationships/slide" Target="/ppt/slides/slide18.xml" Id="Rc044b87b1aa24c5f" /><Relationship Type="http://schemas.openxmlformats.org/officeDocument/2006/relationships/slide" Target="/ppt/slides/slide19.xml" Id="Rbf03f8629e544a64" /><Relationship Type="http://schemas.openxmlformats.org/officeDocument/2006/relationships/slide" Target="/ppt/slides/slide20.xml" Id="R24ddbee3d48a4d10" /><Relationship Type="http://schemas.openxmlformats.org/officeDocument/2006/relationships/slide" Target="/ppt/slides/slide21.xml" Id="Rb565eeb3eb964f14" /><Relationship Type="http://schemas.openxmlformats.org/officeDocument/2006/relationships/slide" Target="/ppt/slides/slide22.xml" Id="Rb63e571c57354f67" /><Relationship Type="http://schemas.openxmlformats.org/officeDocument/2006/relationships/slide" Target="/ppt/slides/slide23.xml" Id="R64afec8814f548a5" /><Relationship Type="http://schemas.openxmlformats.org/officeDocument/2006/relationships/slide" Target="/ppt/slides/slide24.xml" Id="R6e54b0f272f04d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3db05b3ae3be47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837e87f2544232" /><Relationship Type="http://schemas.openxmlformats.org/officeDocument/2006/relationships/notesMaster" Target="/ppt/notesMasters/notesMaster1.xml" Id="R52a91bf9d4f649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10be28434f4b01" /><Relationship Type="http://schemas.openxmlformats.org/officeDocument/2006/relationships/notesMaster" Target="/ppt/notesMasters/notesMaster1.xml" Id="R7a26f347e4124e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a752a45fe84dde" /><Relationship Type="http://schemas.openxmlformats.org/officeDocument/2006/relationships/notesMaster" Target="/ppt/notesMasters/notesMaster1.xml" Id="R9243224c8941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106c3210d34579" /><Relationship Type="http://schemas.openxmlformats.org/officeDocument/2006/relationships/notesMaster" Target="/ppt/notesMasters/notesMaster1.xml" Id="Rb1b49cd5e62741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e2ec5dbdbe42d9" /><Relationship Type="http://schemas.openxmlformats.org/officeDocument/2006/relationships/notesMaster" Target="/ppt/notesMasters/notesMaster1.xml" Id="R54fdf10682744d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5da1b9d38b4753" /><Relationship Type="http://schemas.openxmlformats.org/officeDocument/2006/relationships/notesMaster" Target="/ppt/notesMasters/notesMaster1.xml" Id="R9e25a52384264a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542844c352453c" /><Relationship Type="http://schemas.openxmlformats.org/officeDocument/2006/relationships/notesMaster" Target="/ppt/notesMasters/notesMaster1.xml" Id="Rf472fa58118d4e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345890c73c488f" /><Relationship Type="http://schemas.openxmlformats.org/officeDocument/2006/relationships/notesMaster" Target="/ppt/notesMasters/notesMaster1.xml" Id="Re9e2c708215941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3cc4ae76274da9" /><Relationship Type="http://schemas.openxmlformats.org/officeDocument/2006/relationships/notesMaster" Target="/ppt/notesMasters/notesMaster1.xml" Id="Rb1030b7cef1a41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4e112c037145f9" /><Relationship Type="http://schemas.openxmlformats.org/officeDocument/2006/relationships/notesMaster" Target="/ppt/notesMasters/notesMaster1.xml" Id="R97aa609e2c5943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4ad88b229f4196" /><Relationship Type="http://schemas.openxmlformats.org/officeDocument/2006/relationships/notesMaster" Target="/ppt/notesMasters/notesMaster1.xml" Id="R136de6bececb46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af8dd5665642ab" /><Relationship Type="http://schemas.openxmlformats.org/officeDocument/2006/relationships/notesMaster" Target="/ppt/notesMasters/notesMaster1.xml" Id="R91dada0d458849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061dfa237d4964" /><Relationship Type="http://schemas.openxmlformats.org/officeDocument/2006/relationships/notesMaster" Target="/ppt/notesMasters/notesMaster1.xml" Id="Rff56121b750549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102807a8c8412e" /><Relationship Type="http://schemas.openxmlformats.org/officeDocument/2006/relationships/notesMaster" Target="/ppt/notesMasters/notesMaster1.xml" Id="R915593e3096a4c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dd4b6f40944619" /><Relationship Type="http://schemas.openxmlformats.org/officeDocument/2006/relationships/notesMaster" Target="/ppt/notesMasters/notesMaster1.xml" Id="R406baa28c6d949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455239cce24309" /><Relationship Type="http://schemas.openxmlformats.org/officeDocument/2006/relationships/notesMaster" Target="/ppt/notesMasters/notesMaster1.xml" Id="R8924d454db544d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27e79dfe624565" /><Relationship Type="http://schemas.openxmlformats.org/officeDocument/2006/relationships/notesMaster" Target="/ppt/notesMasters/notesMaster1.xml" Id="R4f787acf99e846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dbdbf99b5040fb" /><Relationship Type="http://schemas.openxmlformats.org/officeDocument/2006/relationships/notesMaster" Target="/ppt/notesMasters/notesMaster1.xml" Id="R84e940b6da4d4b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07079d4d5544e4" /><Relationship Type="http://schemas.openxmlformats.org/officeDocument/2006/relationships/notesMaster" Target="/ppt/notesMasters/notesMaster1.xml" Id="R2216ca2c529c40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3d7ebf4392485b" /><Relationship Type="http://schemas.openxmlformats.org/officeDocument/2006/relationships/notesMaster" Target="/ppt/notesMasters/notesMaster1.xml" Id="R74338df406d64bf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839f344f5e7425a" /><Relationship Type="http://schemas.openxmlformats.org/officeDocument/2006/relationships/notesMaster" Target="/ppt/notesMasters/notesMaster1.xml" Id="R92d89d30fdf744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732e2217064a4f" /><Relationship Type="http://schemas.openxmlformats.org/officeDocument/2006/relationships/notesMaster" Target="/ppt/notesMasters/notesMaster1.xml" Id="Rd4aaa4d4d3f945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d602f6aa8e4b64" /><Relationship Type="http://schemas.openxmlformats.org/officeDocument/2006/relationships/notesMaster" Target="/ppt/notesMasters/notesMaster1.xml" Id="Rd9e21b4b06ed4a1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91de0bfb2747bc" /><Relationship Type="http://schemas.openxmlformats.org/officeDocument/2006/relationships/notesMaster" Target="/ppt/notesMasters/notesMaster1.xml" Id="Reb7de31da8c54b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Здравствуйте! Меня зовут Елизавета Хайдукова, я аналитик-исследователь. Представляю проект по созданию отказоустойчивой инфраструктуры веб-приложения на Linux с балансировкой нагрузки, репликацией PostgreSQL и мониторингом. Для проекта я подготовила учебную CMS на четырёх виртуальных машинах. На её примере покажу, как компоненты работают вместе, какие отказы система переносит и где остаются ограничения.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Сначала объясню задачу и выбор инструментов. Затем покажу архитектуру, балансировку, репликацию и средства диагностики. После этого разберу проверку отказов и восстановление. В конце покажу скриншоты работающего стенда и ссылку на видеодемонстрацию, подведу итоги и отвечу на вопросы.</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Если приложение работает на единственном сервере, остановка его процесса прерывает обслуживание пользователей. При этом одной копии приложения недостаточно: нужно понимать, где находятся данные, как обнаружить сбой и как восстановить настройки. В проекте я рассмотрела эти задачи вместе. Небольшая CMS позволяет проверить результат через понятное действие пользователя: создание и чтение статьи.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Моя цель состояла в том, чтобы собрать воспроизводимый стенд и проверить сохранение работы при остановке одного backend. Для этого я настроила балансировку, репликацию PostgreSQL, резервное копирование и наблюдаемость. Развёртывание описала в Ansible. Критерии результата конкретные: приложение обслуживает статьи через оставшийся backend, данные появляются на standby, мониторинг обнаруживает проблему, а после восстановления оба backend снова участвуют в работе. Полную отказоустойчивость всех компонентов этот стенд пока не обеспечивает.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AlmaLinux 9 даёт среду Linux с systemd и firewalld. VirtualBox и Vagrant позволяют описать и запускать виртуальные машины, а Ansible отвечает за конфигурацию сервисов. Nginx объединяет HTTPS, раздачу статики и балансировку. Flask я использовала для небольшого демонстрационного API, PostgreSQL хранит статьи и передаёт изменения реплике. Prometheus и Grafana показывают состояние сервисов, ELK помогает исследовать события. Blackbox exporter — отдельная программа, которая отправляет проверочные запросы к сайту и приложению и сообщает Prometheus, удалось ли получить ожидаемый ответ. Node_exporter собирает показатели операционной системы, например загрузку процессора и заполнение диска. Alertmanager отправляет уведомления через локальный Postfix.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На app1 и app2 работают два одинаковых экземпляра серверной части приложения. Их называют backend: они обрабатывают запросы на создание, просмотр и удаление статей. Но хранилище статей у них общее — основная база PostgreSQL на app1. Её называют primary. Даже когда запрос обрабатывает приложение на app2, за статьями оно обращается к базе на app1.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На app2 есть и вторая база — standby, то есть реплика основной базы. Она получает изменения и хранит копию статей, но обслуживать запросы приложения пока не настроена. Поэтому остановка только приложения на app1 оставляет систему рабочей через app2. Если же выключить app1 целиком, исчезнет основная база и работа со статьями остановится.</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Все четыре виртуальные машины запущены внутри одного физического компьютера. Я могу отдельно выключать их и проверять реакцию сервисов. Но если выключится сам компьютер, остановятся сразу все четыре машины. Для защиты от такого отказа нужны отдельные физические серверы.</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Пользователь открывает CMS по HTTPS через localhost, порт 5777. Nginx завершает TLS и отдаёт HTML, JavaScript и CSS. Запросы к API он распределяет между двумя backend. Каждый из них читает и изменяет статьи в основной базе на app1, поэтому пользователь видит общий набор данных. PostgreSQL отдельно передаёт изменения на standby через журнал WAL. Репликация не участвует в выборе backend для HTTP-запроса.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Nginx распределяет запросы по round-robin. В конфигурации заданы max_fails два и fail_timeout пять секунд, таймаут соединения составляет две секунды. Переключение предусмотрено при ошибках соединения, таймаутах и ответах 502, 503 или 504. HTTP 500 в этот список не входит. Проверка здесь пассивная: балансировщик реагирует на реальный трафик. Systemd перезапускает аварийно завершившийся backend через три секунды, но после явной команды stop нужен отдельный запуск. Во время сбоя отдельные запросы могут завершиться ошибкой, особенно если запрос записи уже ушёл на сервер.</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Репликация здесь означает, что PostgreSQL поддерживает копию основной базы на другой машине. Сначала утилита pg_basebackup копирует базу с app1 на app2 и подготавливает её к получению дальнейших изменений. После этого каждый раз, когда в основной базе меняются данные, PostgreSQL передаёт реплике записи из журнала изменений. Этот журнал называется WAL. Реплика применяет записи у себя, и данные в ней обновляются.</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Например, я создаю статью через сайт. Сначала она сохраняется в основной базе на app1, затем появляется в копии на app2. Основная база не ждёт подтверждения от реплики перед завершением записи. Это называется асинхронной репликацией: копия может немного отставать. При внезапной потере основной базы последние изменения могут ещё не успеть попасть в реплику.</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Для проверки я смотрю, что основная база передаёт изменения: это показывает состояние streaming. На app2 проверяю режим recovery: база работает как реплика и применяет полученные изменения. Затем проверяю, появилась ли созданная статья в обеих базах.</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Если основная база перестанет работать, приложение само не начнёт пользоваться копией. Нужно отдельно перевести реплику в роль основной базы, разрешив ей принимать запись, и настроить оба backend на подключение к ней. Прежняя основная база при этом не должна одновременно принимать запись. Автоматизации такого переключения в проекте пока нет.</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Если реплика долго была выключена, основная база может успеть удалить старые записи журнала, которые нужны копии для обновления. Тогда реплика уже не сможет получить все пропущенные изменения. В этом случае её нужно заново создать из свежей копии основной базы.</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Реплика передаёт также ошибочные изменения и удаления, поэтому отдельно я настроила логические резервные копии. Таймер ежедневно запускает pg_dump, результат сжимается и сохраняется в каталоге var backups cms на app1. Первый дамп создаётся при отсутствии копий, очистка использует find с mtime плюс семь. Готовое имя файл получает после успешного завершения записи. Копии находятся на диске primary, и потеря этого диска угрожает одновременно базе и backup. Восстановление выбранного дампа выполняется через psql с остановкой записи приложения. Наличие дампа проверяется автоматически, но успешное восстановление из него пока не проверяется.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Blackbox exporter работает на узле elk. По запросу Prometheus он обращается к главной странице сайта и к специальному адресу проверки каждого backend — /api/health. Он проверяет, удалось ли подключиться и получить ожидаемый HTTP-ответ, а результат передаёт Prometheus. То есть это автоматический проверяющий: он замечает недоступность, но сам не перезапускает сервисы и не переключает запросы между серверами.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Проверка backend health выполняет SELECT 1 и поэтому зависит от доступности базы. Проверка главной страницы оценивает Nginx и статику, но не гарантирует работу статей. BackendDown и CmsDown имеют выдержку тридцать секунд, InstanceDown — одну минуту, HighDiskUsage — пять минут при заполнении диска выше 85 процентов. Затем добавляется время обработки и доставки уведомления. Письма поступают в локальный ящик root на elk, включая сообщения о восстановлении. Важно различать успешный сбор метрик с exporter и успешную проверку самой цели: для HTTP нужно смотреть probe_success.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Nginx и backend отправляют журналы через Filebeat в Logstash. Access log Nginx разбирается на поля запроса и HTTP-статуса, приложение пишет JSON. Elasticsearch хранит документы в индексах cms-nginx и cms-backend, а в Kibana я нахожу нужные события. Для воспроизводимого примера предусмотрен маршрут demo-error, который возвращает 500. Так можно связать ошибку запроса с записью в журнале. Error log Nginx также собирается, но не получает того же разбора полей, что access log.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Vagrant работает в Windows, Ansible запускается из WSL и подключается через Windows OpenSSH. Скрипт generate_inventory.sh формирует inventory с нужными пробросами. Ansible сначала подготавливает ОС, затем primary и backup, реплику, backend, web и наблюдаемость. После остановки сервиса я повторно применяю site.yml с ограничением на нужный узел. Выключенную машину сначала нужно запустить, а после пересоздания обновить inventory. Такой запуск восстанавливает настройки и сервисы, но не возвращает потерянные пользовательские данные. Также я не заявляю гарантированный changed=0 для каждого повторного применения.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Основной сценарий отказоустойчивости — остановка только Flask на app1 при работающей primary. В этом случае запросы обслуживает app2, а BackendDown сообщает о проблеме. Полное выключение app2 также оставляет рабочими backend и primary на app1, но убирает реплику. Выключение app1 целиком лишает оба backend основной базы, и статьи становятся недоступны. При отказе web исчезает вход в CMS. При отказе elk приложение может продолжить работу, но сбор метрик, панели и уведомления недоступны. Внешнего мониторинга самого elk в стенде нет.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В файле demo.md сохранён успешный результат проверки: для web, app1 и app2 указаны failed ноль и unreachable ноль. Playbook проверяет HTTPS, оба backend, создание и чтение статьи, её появление на реплике, доступность компонентов мониторинга, журналы и наличие непустого дампа. Это свидетельство зафиксированного прогона, а не измерение постоянной доступности. Удаление статьи, восстановление дампа и все отказы verify.yml автоматически не проверяет. Сценарии отказа нужно показывать отдельной последовательностью действий с результатами до и после восстановления.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Главный результат — резервирование уровня приложения и наблюдаемость с понятными границами. Для большей доступности потребуется резервирование точки входа и переключение PostgreSQL с защитой от одновременной записи в две primary. Копии нужно вынести за пределы app1 и регулярно проверять восстановление. Мониторинг также должен иметь независимый контроль. Перед публичной эксплуатацией понадобятся доверенный TLS, защита секретов и административных интерфейсов, а также сервер приложения для промышленной эксплуатации. Сейчас используются самоподписанный сертификат, учебные настройки доступа и встроенный сервер Flask. Все VM остаются зависимыми от общего физического хоста.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Здесь показан интерфейс учебной CMS. Приложение позволяет создать статью, увидеть её в списке и удалить. Авторизация и редактирование в проект не входят. При демонстрации я также использую whoami, чтобы увидеть, какой backend ответил на конкретный запрос. Этот ответ относится именно к whoami и не доказывает, что соседний запрос со статьёй обслужила та же машина. Переключение при отказе лучше видно в последовательной видеозаписи.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Это панель Grafana, которую Ansible создаёт вместе с источником данных Prometheus. Она помогает оценивать состояние стенда и сопоставлять изменения во времени. При разборе инцидента важно смотреть на интервал самого отказа и восстановления. Если выключить elk, новые метрики не собираются, и пропущенные измерения после запуска не появятся задним числом. Один скриншот рабочего состояния не заменяет проверку поведения во время сбоя.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Здесь показаны цели Prometheus. Стенд собирает данные с четырёх node_exporter и выполняет HTTP-проверки двух backend и главной страницы. Статус UP у blackbox-цели означает, что Prometheus смог получить результат от exporter. Доступность проверяемого адреса оценивается отдельной метрикой probe_success. Поэтому при демонстрации отказа я смотрю также на неё, на правила алертов и на реальный ответ API.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На этом слайде показана Kibana для просмотра централизованных журналов. Во время демонстрации я вызываю demo-error, выбираю нужный интервал времени и нахожу HTTP 500 в журнале Nginx. Затем сопоставляю запрос с событием backend. Так мониторинг помогает заметить проблему, а логи дают подробности для расследования. При недоступности elk доставка журналов может возобновиться после запуска, но полнота зависит от сохранности исходных файлов и их ротации.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По ссылке на Яндекс Диске будет доступна видеодемонстрация рабочей системы, проверки отказоустойчивости и восстановления. Ключевой сценарий — остановка backend на app1 при доступной базе данных. В нём нужно проследить всю цепочку: работа приложения до отказа, обслуживание через app2, появление сигнала мониторинга и возвращение двух backend после восстановления. Отдельно важно показать, что отказ самой primary выходит за пределы автоматического восстановления текущего решения.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В результате я собрала инфраструктуру, в которой можно проследить путь запроса, проверить передачу данных и разобрать последствия конкретного отказа. Резервный backend позволяет продолжить обслуживание при остановке одного экземпляра приложения, если primary остаётся доступной. Репликация, backup, метрики и журналы решают отдельные задачи сохранности данных и диагностики. Работа над проектом помогла мне связать настройку Linux-сервисов с проверкой поведения всей системы. Следующий этап развития — устранение оставшихся единых точек отказа и измерение времени восстановления.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Готова ответить на вопросы по архитектуре и демонстрации. Также буду рада рекомендациям по следующему этапу: резервированию входного узла, организации переключения PostgreSQL и проверке восстановления данных из резервной копии.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Спасибо за внимание и обратную связь!</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0a0edd75cb495f" /><Relationship Type="http://schemas.openxmlformats.org/officeDocument/2006/relationships/image" Target="/ppt/media/image.jpeg" Id="R0844517d57e84a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11586af0064c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8bdca814f747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f4ce8be91145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02ff21fc6a4d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25a5cec15440cf" /><Relationship Type="http://schemas.openxmlformats.org/officeDocument/2006/relationships/image" Target="/ppt/media/image2.jpeg" Id="Rc1760da28a3e421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f44a2f8f6b54fb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0e23c46301d452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e59a40813ec4a8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ad175f109aa4b5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daba7411307495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0198960100d44a3"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985ec92201c48d4"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c9c66e16923443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177f4baa377d473e" /><Relationship Type="http://schemas.openxmlformats.org/officeDocument/2006/relationships/image" Target="/ppt/media/image2.png" Id="Rc756619c887e4c52"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2b0c2d5188bd493d"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2e44f4bc30994dd4" /><Relationship Type="http://schemas.openxmlformats.org/officeDocument/2006/relationships/image" Target="/ppt/media/image3.png" Id="R09d6fb99385f4c66" /><Relationship Type="http://schemas.openxmlformats.org/officeDocument/2006/relationships/image" Target="/ppt/media/image4.png" Id="Rd37575044b6a46c7" /><Relationship Type="http://schemas.openxmlformats.org/officeDocument/2006/relationships/image" Target="/ppt/media/image5.png" Id="R56d2bafed5ff4dd8" /><Relationship Type="http://schemas.openxmlformats.org/officeDocument/2006/relationships/image" Target="/ppt/media/image6.png" Id="Rc09d0fb0b5b745c0"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903d90583a8c4fba"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322d2d94776d4a02"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a5b4f6c06e964741"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4371ef5c21954cfd"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7fe0ffcdd68e4f0d" /><Relationship Type="http://schemas.openxmlformats.org/officeDocument/2006/relationships/image" Target="/ppt/media/image7.png" Id="R3523c626b8bb4532"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b787028e448f455b"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3250d8cd547e4ab3"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3.xml" Id="R48e6e4cea2434f7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023eeea02bf548fb"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d72a8174d6c74fbc"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3.xml" Id="R014665aed36f420c"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3.xml" Id="Rab01e5359635439c"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89972e60f8f24924"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xml" Id="Rc000b6a5730844f1" /></Relationships>
</file>

<file path=ppt/slideLayouts/slideLayout1.xml><?xml version="1.0" encoding="utf-8"?>
<p:sldLayout xmlns:p="http://schemas.openxmlformats.org/presentationml/2006/main" matchingName="ТИТУЛЬНЫЙ" type="title">
  <p:cSld name="TITLE">
    <p:spTree>
      <p:nvGrpSpPr>
        <p:cNvPr id="1" name=""/>
        <p:cNvGrpSpPr/>
        <p:nvPr/>
      </p:nvGrpSpPr>
      <p:grpSpPr>
        <a:xfrm xmlns:a="http://schemas.openxmlformats.org/drawingml/2006/main"/>
      </p:grpSpPr>
      <p:pic>
        <p:nvPicPr>
          <p:cNvPr id="14" name="Google Shape;10;p2"/>
          <p:cNvPicPr>
            <a:picLocks xmlns:a="http://schemas.openxmlformats.org/drawingml/2006/main" noChangeAspect="1"/>
          </p:cNvPicPr>
          <p:nvPr/>
        </p:nvPicPr>
        <p:blipFill rotWithShape="1">
          <a:blip xmlns:r="http://schemas.openxmlformats.org/officeDocument/2006/relationships" xmlns:a="http://schemas.openxmlformats.org/drawingml/2006/main" r:embed="R0844517d57e84acf">
            <a:alphaModFix/>
          </a:blip>
          <a:srcRect xmlns:a="http://schemas.openxmlformats.org/drawingml/2006/main" l="100" t="0" r="100" b="0"/>
          <a:stretch xmlns:a="http://schemas.openxmlformats.org/drawingml/2006/main"/>
        </p:blipFill>
        <p:spPr>
          <a:xfrm xmlns:a="http://schemas.openxmlformats.org/drawingml/2006/main">
            <a:off x="-17925" y="-10075"/>
            <a:ext cx="9194726" cy="5182151"/>
          </a:xfrm>
          <a:prstGeom xmlns:a="http://schemas.openxmlformats.org/drawingml/2006/main" prst="rect">
            <a:avLst/>
          </a:prstGeom>
          <a:ln xmlns:a="http://schemas.openxmlformats.org/drawingml/2006/main">
            <a:noFill/>
          </a:ln>
        </p:spPr>
      </p:pic>
      <p:sp>
        <p:nvSpPr>
          <p:cNvPr id="11" name="Google Shape;11;p2">
            <a:extLst xmlns:a="http://schemas.openxmlformats.org/drawingml/2006/main">
              <a:ext uri="{FF2B5EF4-FFF2-40B4-BE49-F238E27FC236}">
                <a16:creationId xmlns:a16="http://schemas.microsoft.com/office/drawing/2014/main" id="{E74CCE8D-D3D6-4502-AFFB-AF4F103F97E9}"/>
              </a:ext>
            </a:extLst>
          </p:cNvPr>
          <p:cNvSpPr>
            <a:spLocks xmlns:a="http://schemas.openxmlformats.org/drawingml/2006/main" noGrp="1"/>
          </p:cNvSpPr>
          <p:nvPr>
            <p:ph type="subTitle" idx="1"/>
          </p:nvPr>
        </p:nvSpPr>
        <p:spPr>
          <a:xfrm xmlns:a="http://schemas.openxmlformats.org/drawingml/2006/main">
            <a:off x="944650" y="4350425"/>
            <a:ext cx="8293200" cy="480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lt1"/>
              </a:buClr>
              <a:buSzPts val="1800"/>
              <a:buNone/>
              <a:defRPr sz="1800" b="1">
                <a:solidFill>
                  <a:schemeClr val="lt1"/>
                </a:solidFill>
              </a:defRPr>
            </a:lvl1pPr>
            <a:lvl2pPr algn="ctr">
              <a:lnSpc>
                <a:spcPct val="100000"/>
              </a:lnSpc>
              <a:spcBef>
                <a:spcPts val="0"/>
              </a:spcBef>
              <a:spcAft>
                <a:spcPts val="0"/>
              </a:spcAft>
              <a:buSzPts val="2500"/>
              <a:buNone/>
              <a:defRPr sz="2500"/>
            </a:lvl2pPr>
            <a:lvl3pPr algn="ctr">
              <a:lnSpc>
                <a:spcPct val="100000"/>
              </a:lnSpc>
              <a:spcBef>
                <a:spcPts val="0"/>
              </a:spcBef>
              <a:spcAft>
                <a:spcPts val="0"/>
              </a:spcAft>
              <a:buSzPts val="2500"/>
              <a:buNone/>
              <a:defRPr sz="2500"/>
            </a:lvl3pPr>
            <a:lvl4pPr algn="ctr">
              <a:lnSpc>
                <a:spcPct val="100000"/>
              </a:lnSpc>
              <a:spcBef>
                <a:spcPts val="0"/>
              </a:spcBef>
              <a:spcAft>
                <a:spcPts val="0"/>
              </a:spcAft>
              <a:buSzPts val="2500"/>
              <a:buNone/>
              <a:defRPr sz="2500"/>
            </a:lvl4pPr>
            <a:lvl5pPr algn="ctr">
              <a:lnSpc>
                <a:spcPct val="100000"/>
              </a:lnSpc>
              <a:spcBef>
                <a:spcPts val="0"/>
              </a:spcBef>
              <a:spcAft>
                <a:spcPts val="0"/>
              </a:spcAft>
              <a:buSzPts val="2500"/>
              <a:buNone/>
              <a:defRPr sz="2500"/>
            </a:lvl5pPr>
            <a:lvl6pPr algn="ctr">
              <a:lnSpc>
                <a:spcPct val="100000"/>
              </a:lnSpc>
              <a:spcBef>
                <a:spcPts val="0"/>
              </a:spcBef>
              <a:spcAft>
                <a:spcPts val="0"/>
              </a:spcAft>
              <a:buSzPts val="2500"/>
              <a:buNone/>
              <a:defRPr sz="2500"/>
            </a:lvl6pPr>
            <a:lvl7pPr algn="ctr">
              <a:lnSpc>
                <a:spcPct val="100000"/>
              </a:lnSpc>
              <a:spcBef>
                <a:spcPts val="0"/>
              </a:spcBef>
              <a:spcAft>
                <a:spcPts val="0"/>
              </a:spcAft>
              <a:buSzPts val="2500"/>
              <a:buNone/>
              <a:defRPr sz="2500"/>
            </a:lvl7pPr>
            <a:lvl8pPr algn="ctr">
              <a:lnSpc>
                <a:spcPct val="100000"/>
              </a:lnSpc>
              <a:spcBef>
                <a:spcPts val="0"/>
              </a:spcBef>
              <a:spcAft>
                <a:spcPts val="0"/>
              </a:spcAft>
              <a:buSzPts val="2500"/>
              <a:buNone/>
              <a:defRPr sz="2500"/>
            </a:lvl8pPr>
            <a:lvl9pPr algn="ctr">
              <a:lnSpc>
                <a:spcPct val="100000"/>
              </a:lnSpc>
              <a:spcBef>
                <a:spcPts val="0"/>
              </a:spcBef>
              <a:spcAft>
                <a:spcPts val="0"/>
              </a:spcAft>
              <a:buSzPts val="2500"/>
              <a:buNone/>
              <a:defRPr sz="25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7D4EFC72-3DC1-43AB-BC93-B91B44C15A06}"/>
              </a:ext>
            </a:extLst>
          </p:cNvPr>
          <p:cNvSpPr>
            <a:spLocks xmlns:a="http://schemas.openxmlformats.org/drawingml/2006/main" noGrp="1"/>
          </p:cNvSpPr>
          <p:nvPr>
            <p:ph type="title" idx="0"/>
          </p:nvPr>
        </p:nvSpPr>
        <p:spPr>
          <a:xfrm xmlns:a="http://schemas.openxmlformats.org/drawingml/2006/main">
            <a:off x="944650" y="1769200"/>
            <a:ext cx="7379700" cy="2375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90000"/>
              </a:lnSpc>
              <a:spcBef>
                <a:spcPts val="0"/>
              </a:spcBef>
              <a:spcAft>
                <a:spcPts val="0"/>
              </a:spcAft>
              <a:buClr>
                <a:schemeClr val="lt1"/>
              </a:buClr>
              <a:buSzPts val="5600"/>
              <a:buNone/>
              <a:defRPr sz="5600">
                <a:solidFill>
                  <a:schemeClr val="lt1"/>
                </a:solidFill>
              </a:defRPr>
            </a:lvl1pPr>
            <a:lvl2pPr>
              <a:lnSpc>
                <a:spcPct val="90000"/>
              </a:lnSpc>
              <a:spcBef>
                <a:spcPts val="0"/>
              </a:spcBef>
              <a:spcAft>
                <a:spcPts val="0"/>
              </a:spcAft>
              <a:buSzPts val="6000"/>
              <a:buNone/>
              <a:defRPr sz="6000"/>
            </a:lvl2pPr>
            <a:lvl3pPr>
              <a:lnSpc>
                <a:spcPct val="90000"/>
              </a:lnSpc>
              <a:spcBef>
                <a:spcPts val="0"/>
              </a:spcBef>
              <a:spcAft>
                <a:spcPts val="0"/>
              </a:spcAft>
              <a:buSzPts val="6000"/>
              <a:buNone/>
              <a:defRPr sz="6000"/>
            </a:lvl3pPr>
            <a:lvl4pPr>
              <a:lnSpc>
                <a:spcPct val="90000"/>
              </a:lnSpc>
              <a:spcBef>
                <a:spcPts val="0"/>
              </a:spcBef>
              <a:spcAft>
                <a:spcPts val="0"/>
              </a:spcAft>
              <a:buSzPts val="6000"/>
              <a:buNone/>
              <a:defRPr sz="6000"/>
            </a:lvl4pPr>
            <a:lvl5pPr>
              <a:lnSpc>
                <a:spcPct val="90000"/>
              </a:lnSpc>
              <a:spcBef>
                <a:spcPts val="0"/>
              </a:spcBef>
              <a:spcAft>
                <a:spcPts val="0"/>
              </a:spcAft>
              <a:buSzPts val="6000"/>
              <a:buNone/>
              <a:defRPr sz="6000"/>
            </a:lvl5pPr>
            <a:lvl6pPr>
              <a:lnSpc>
                <a:spcPct val="90000"/>
              </a:lnSpc>
              <a:spcBef>
                <a:spcPts val="0"/>
              </a:spcBef>
              <a:spcAft>
                <a:spcPts val="0"/>
              </a:spcAft>
              <a:buSzPts val="6000"/>
              <a:buNone/>
              <a:defRPr sz="6000"/>
            </a:lvl6pPr>
            <a:lvl7pPr>
              <a:lnSpc>
                <a:spcPct val="90000"/>
              </a:lnSpc>
              <a:spcBef>
                <a:spcPts val="0"/>
              </a:spcBef>
              <a:spcAft>
                <a:spcPts val="0"/>
              </a:spcAft>
              <a:buSzPts val="6000"/>
              <a:buNone/>
              <a:defRPr sz="6000"/>
            </a:lvl7pPr>
            <a:lvl8pPr>
              <a:lnSpc>
                <a:spcPct val="90000"/>
              </a:lnSpc>
              <a:spcBef>
                <a:spcPts val="0"/>
              </a:spcBef>
              <a:spcAft>
                <a:spcPts val="0"/>
              </a:spcAft>
              <a:buSzPts val="6000"/>
              <a:buNone/>
              <a:defRPr sz="6000"/>
            </a:lvl8pPr>
            <a:lvl9pPr>
              <a:lnSpc>
                <a:spcPct val="90000"/>
              </a:lnSpc>
              <a:spcBef>
                <a:spcPts val="0"/>
              </a:spcBef>
              <a:spcAft>
                <a:spcPts val="0"/>
              </a:spcAft>
              <a:buSzPts val="6000"/>
              <a:buNone/>
              <a:defRPr sz="6000"/>
            </a:lvl9pPr>
          </a:lstStyle>
          <a:p xmlns:a="http://schemas.openxmlformats.org/drawingml/2006/main"/>
        </p:txBody>
      </p:sp>
    </p:spTree>
  </p:cSld>
</p:sldLayout>
</file>

<file path=ppt/slideLayouts/slideLayout2.xml><?xml version="1.0" encoding="utf-8"?>
<p:sldLayout xmlns:p="http://schemas.openxmlformats.org/presentationml/2006/main" matchingName="Белый слайд + заголовок"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16793CD4-58D3-4C9E-B431-E5A3FD0F1531}"/>
              </a:ext>
            </a:extLst>
          </p:cNvPr>
          <p:cNvSpPr>
            <a:spLocks xmlns:a="http://schemas.openxmlformats.org/drawingml/2006/main" noGrp="1"/>
          </p:cNvSpPr>
          <p:nvPr>
            <p:ph type="title" idx="0"/>
          </p:nvPr>
        </p:nvSpPr>
        <p:spPr>
          <a:xfrm xmlns:a="http://schemas.openxmlformats.org/drawingml/2006/main">
            <a:off x="500550" y="1784775"/>
            <a:ext cx="7935300" cy="11451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93E00DA0-0B53-411C-A151-06A806E00F9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Ваш макет 1">
  <p:cSld name="CUSTOM_5">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D533B8E1-6C3A-4CE6-90FE-24DAE57118DA}"/>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72A02735-D14B-493C-99D4-BF83042FFA63}"/>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C59EFFDD-D4E0-4356-9C8B-C0A1B154F99B}"/>
              </a:ext>
            </a:extLst>
          </p:cNvPr>
          <p:cNvSpPr>
            <a:spLocks xmlns:a="http://schemas.openxmlformats.org/drawingml/2006/main" noGrp="1"/>
          </p:cNvSpPr>
          <p:nvPr>
            <p:ph type="body" idx="1"/>
          </p:nvPr>
        </p:nvSpPr>
        <p:spPr>
          <a:xfrm xmlns:a="http://schemas.openxmlformats.org/drawingml/2006/main">
            <a:off x="500550" y="1426469"/>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23850">
              <a:lnSpc>
                <a:spcPct val="120000"/>
              </a:lnSpc>
              <a:spcBef>
                <a:spcPts val="300"/>
              </a:spcBef>
              <a:spcAft>
                <a:spcPts val="0"/>
              </a:spcAft>
              <a:buSzPts val="1500"/>
              <a:buChar char="●"/>
              <a:defRPr sz="1500"/>
            </a:lvl1pPr>
            <a:lvl2pPr marL="914400" indent="-311150">
              <a:lnSpc>
                <a:spcPct val="120000"/>
              </a:lnSpc>
              <a:spcBef>
                <a:spcPts val="300"/>
              </a:spcBef>
              <a:spcAft>
                <a:spcPts val="0"/>
              </a:spcAft>
              <a:buSzPts val="1300"/>
              <a:buChar char="○"/>
              <a:defRPr sz="1300"/>
            </a:lvl2pPr>
            <a:lvl3pPr marL="1371600" indent="-311150">
              <a:lnSpc>
                <a:spcPct val="120000"/>
              </a:lnSpc>
              <a:spcBef>
                <a:spcPts val="300"/>
              </a:spcBef>
              <a:spcAft>
                <a:spcPts val="0"/>
              </a:spcAft>
              <a:buSzPts val="1300"/>
              <a:buChar char="■"/>
              <a:defRPr sz="1300"/>
            </a:lvl3pPr>
            <a:lvl4pPr marL="1828800" indent="-311150">
              <a:lnSpc>
                <a:spcPct val="120000"/>
              </a:lnSpc>
              <a:spcBef>
                <a:spcPts val="300"/>
              </a:spcBef>
              <a:spcAft>
                <a:spcPts val="0"/>
              </a:spcAft>
              <a:buSzPts val="1300"/>
              <a:buChar char="●"/>
              <a:defRPr sz="1300"/>
            </a:lvl4pPr>
            <a:lvl5pPr marL="2286000" indent="-311150">
              <a:lnSpc>
                <a:spcPct val="120000"/>
              </a:lnSpc>
              <a:spcBef>
                <a:spcPts val="0"/>
              </a:spcBef>
              <a:spcAft>
                <a:spcPts val="0"/>
              </a:spcAft>
              <a:buSzPts val="1300"/>
              <a:buChar char="○"/>
              <a:defRPr sz="1300"/>
            </a:lvl5pPr>
            <a:lvl6pPr marL="2743200" indent="-311150">
              <a:lnSpc>
                <a:spcPct val="120000"/>
              </a:lnSpc>
              <a:spcBef>
                <a:spcPts val="300"/>
              </a:spcBef>
              <a:spcAft>
                <a:spcPts val="0"/>
              </a:spcAft>
              <a:buSzPts val="1300"/>
              <a:buChar char="■"/>
              <a:defRPr sz="1300"/>
            </a:lvl6pPr>
            <a:lvl7pPr marL="3200400" indent="-311150">
              <a:lnSpc>
                <a:spcPct val="120000"/>
              </a:lnSpc>
              <a:spcBef>
                <a:spcPts val="300"/>
              </a:spcBef>
              <a:spcAft>
                <a:spcPts val="0"/>
              </a:spcAft>
              <a:buSzPts val="1300"/>
              <a:buChar char="●"/>
              <a:defRPr sz="1300"/>
            </a:lvl7pPr>
            <a:lvl8pPr marL="3657600" indent="-311150">
              <a:lnSpc>
                <a:spcPct val="120000"/>
              </a:lnSpc>
              <a:spcBef>
                <a:spcPts val="300"/>
              </a:spcBef>
              <a:spcAft>
                <a:spcPts val="0"/>
              </a:spcAft>
              <a:buSzPts val="1300"/>
              <a:buChar char="○"/>
              <a:defRPr sz="1300"/>
            </a:lvl8pPr>
            <a:lvl9pPr marL="4114800" indent="-311150">
              <a:lnSpc>
                <a:spcPct val="120000"/>
              </a:lnSpc>
              <a:spcBef>
                <a:spcPts val="300"/>
              </a:spcBef>
              <a:spcAft>
                <a:spcPts val="0"/>
              </a:spcAft>
              <a:buSzPts val="1300"/>
              <a:buChar char="■"/>
              <a:defRPr sz="1300"/>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8567E21F-9119-478C-9B45-0A831164F57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Тема вебинара">
  <p:cSld name="TITLE_AND_TWO_COLUMNS">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72251279-6AB5-4CFF-B2BC-AD80357311C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4" name="Google Shape;24;p6">
            <a:extLst xmlns:a="http://schemas.openxmlformats.org/drawingml/2006/main">
              <a:ext uri="{FF2B5EF4-FFF2-40B4-BE49-F238E27FC236}">
                <a16:creationId xmlns:a16="http://schemas.microsoft.com/office/drawing/2014/main" id="{E9551A1D-EC71-4772-8E19-98D39A5D9B7A}"/>
              </a:ext>
            </a:extLst>
          </p:cNvPr>
          <p:cNvSpPr>
            <a:spLocks xmlns:a="http://schemas.openxmlformats.org/drawingml/2006/main" noGrp="1"/>
          </p:cNvSpPr>
          <p:nvPr>
            <p:ph type="title" idx="0"/>
          </p:nvPr>
        </p:nvSpPr>
        <p:spPr>
          <a:xfrm xmlns:a="http://schemas.openxmlformats.org/drawingml/2006/main">
            <a:off x="500550" y="821213"/>
            <a:ext cx="8520600" cy="1983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200"/>
              <a:buNone/>
              <a:defRPr sz="3200"/>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5" name="Google Shape;25;p6">
            <a:extLst xmlns:a="http://schemas.openxmlformats.org/drawingml/2006/main">
              <a:ext uri="{FF2B5EF4-FFF2-40B4-BE49-F238E27FC236}">
                <a16:creationId xmlns:a16="http://schemas.microsoft.com/office/drawing/2014/main" id="{01F1D775-B862-4EE0-9769-11B25FAEDF82}"/>
              </a:ext>
            </a:extLst>
          </p:cNvPr>
          <p:cNvSpPr>
            <a:spLocks xmlns:a="http://schemas.openxmlformats.org/drawingml/2006/main" noGrp="1"/>
          </p:cNvSpPr>
          <p:nvPr>
            <p:ph type="subTitle" idx="1"/>
          </p:nvPr>
        </p:nvSpPr>
        <p:spPr>
          <a:xfrm xmlns:a="http://schemas.openxmlformats.org/drawingml/2006/main">
            <a:off x="500550" y="457313"/>
            <a:ext cx="77967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rgbClr val="013D85"/>
              </a:buClr>
              <a:buSzPts val="1500"/>
              <a:buNone/>
              <a:defRPr sz="1500">
                <a:solidFill>
                  <a:srgbClr val="013D85"/>
                </a:solidFill>
              </a:defRPr>
            </a:lvl1pPr>
            <a:lvl2pPr>
              <a:lnSpc>
                <a:spcPct val="100000"/>
              </a:lnSpc>
              <a:spcBef>
                <a:spcPts val="0"/>
              </a:spcBef>
              <a:spcAft>
                <a:spcPts val="0"/>
              </a:spcAft>
              <a:buClr>
                <a:srgbClr val="013D85"/>
              </a:buClr>
              <a:buSzPts val="2300"/>
              <a:buNone/>
              <a:defRPr sz="2300">
                <a:solidFill>
                  <a:srgbClr val="013D85"/>
                </a:solidFill>
              </a:defRPr>
            </a:lvl2pPr>
            <a:lvl3pPr>
              <a:lnSpc>
                <a:spcPct val="100000"/>
              </a:lnSpc>
              <a:spcBef>
                <a:spcPts val="0"/>
              </a:spcBef>
              <a:spcAft>
                <a:spcPts val="0"/>
              </a:spcAft>
              <a:buClr>
                <a:srgbClr val="013D85"/>
              </a:buClr>
              <a:buSzPts val="2300"/>
              <a:buNone/>
              <a:defRPr sz="2300">
                <a:solidFill>
                  <a:srgbClr val="013D85"/>
                </a:solidFill>
              </a:defRPr>
            </a:lvl3pPr>
            <a:lvl4pPr>
              <a:lnSpc>
                <a:spcPct val="100000"/>
              </a:lnSpc>
              <a:spcBef>
                <a:spcPts val="0"/>
              </a:spcBef>
              <a:spcAft>
                <a:spcPts val="0"/>
              </a:spcAft>
              <a:buClr>
                <a:srgbClr val="013D85"/>
              </a:buClr>
              <a:buSzPts val="2300"/>
              <a:buNone/>
              <a:defRPr sz="2300">
                <a:solidFill>
                  <a:srgbClr val="013D85"/>
                </a:solidFill>
              </a:defRPr>
            </a:lvl4pPr>
            <a:lvl5pPr>
              <a:lnSpc>
                <a:spcPct val="100000"/>
              </a:lnSpc>
              <a:spcBef>
                <a:spcPts val="0"/>
              </a:spcBef>
              <a:spcAft>
                <a:spcPts val="0"/>
              </a:spcAft>
              <a:buClr>
                <a:srgbClr val="013D85"/>
              </a:buClr>
              <a:buSzPts val="2300"/>
              <a:buNone/>
              <a:defRPr sz="2300">
                <a:solidFill>
                  <a:srgbClr val="013D85"/>
                </a:solidFill>
              </a:defRPr>
            </a:lvl5pPr>
            <a:lvl6pPr>
              <a:lnSpc>
                <a:spcPct val="100000"/>
              </a:lnSpc>
              <a:spcBef>
                <a:spcPts val="0"/>
              </a:spcBef>
              <a:spcAft>
                <a:spcPts val="0"/>
              </a:spcAft>
              <a:buClr>
                <a:srgbClr val="013D85"/>
              </a:buClr>
              <a:buSzPts val="2300"/>
              <a:buNone/>
              <a:defRPr sz="2300">
                <a:solidFill>
                  <a:srgbClr val="013D85"/>
                </a:solidFill>
              </a:defRPr>
            </a:lvl6pPr>
            <a:lvl7pPr>
              <a:lnSpc>
                <a:spcPct val="100000"/>
              </a:lnSpc>
              <a:spcBef>
                <a:spcPts val="0"/>
              </a:spcBef>
              <a:spcAft>
                <a:spcPts val="0"/>
              </a:spcAft>
              <a:buClr>
                <a:srgbClr val="013D85"/>
              </a:buClr>
              <a:buSzPts val="2300"/>
              <a:buNone/>
              <a:defRPr sz="2300">
                <a:solidFill>
                  <a:srgbClr val="013D85"/>
                </a:solidFill>
              </a:defRPr>
            </a:lvl7pPr>
            <a:lvl8pPr>
              <a:lnSpc>
                <a:spcPct val="100000"/>
              </a:lnSpc>
              <a:spcBef>
                <a:spcPts val="0"/>
              </a:spcBef>
              <a:spcAft>
                <a:spcPts val="0"/>
              </a:spcAft>
              <a:buClr>
                <a:srgbClr val="013D85"/>
              </a:buClr>
              <a:buSzPts val="2300"/>
              <a:buNone/>
              <a:defRPr sz="2300">
                <a:solidFill>
                  <a:srgbClr val="013D85"/>
                </a:solidFill>
              </a:defRPr>
            </a:lvl8pPr>
            <a:lvl9pPr>
              <a:lnSpc>
                <a:spcPct val="100000"/>
              </a:lnSpc>
              <a:spcBef>
                <a:spcPts val="0"/>
              </a:spcBef>
              <a:spcAft>
                <a:spcPts val="0"/>
              </a:spcAft>
              <a:buClr>
                <a:srgbClr val="013D85"/>
              </a:buClr>
              <a:buSzPts val="2300"/>
              <a:buNone/>
              <a:defRPr sz="2300">
                <a:solidFill>
                  <a:srgbClr val="013D85"/>
                </a:solidFill>
              </a:defRPr>
            </a:lvl9pPr>
          </a:lstStyle>
          <a:p xmlns:a="http://schemas.openxmlformats.org/drawingml/2006/main"/>
        </p:txBody>
      </p:sp>
      <p:sp>
        <p:nvSpPr>
          <p:cNvPr id="26" name="Google Shape;26;p6">
            <a:extLst xmlns:a="http://schemas.openxmlformats.org/drawingml/2006/main">
              <a:ext uri="{FF2B5EF4-FFF2-40B4-BE49-F238E27FC236}">
                <a16:creationId xmlns:a16="http://schemas.microsoft.com/office/drawing/2014/main" id="{AFCCD663-21F3-41B6-BC1A-D114CAAC23AD}"/>
              </a:ext>
            </a:extLst>
          </p:cNvPr>
          <p:cNvSpPr>
            <a:spLocks xmlns:a="http://schemas.openxmlformats.org/drawingml/2006/main" noGrp="1"/>
          </p:cNvSpPr>
          <p:nvPr>
            <p:ph type="subTitle" idx="2"/>
          </p:nvPr>
        </p:nvSpPr>
        <p:spPr>
          <a:xfrm xmlns:a="http://schemas.openxmlformats.org/drawingml/2006/main">
            <a:off x="3135425" y="2978831"/>
            <a:ext cx="5856300" cy="587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rgbClr val="013D85"/>
              </a:buClr>
              <a:buSzPts val="1500"/>
              <a:buNone/>
              <a:defRPr sz="1500" b="1">
                <a:solidFill>
                  <a:srgbClr val="013D85"/>
                </a:solidFill>
              </a:defRPr>
            </a:lvl1pPr>
            <a:lvl2pPr>
              <a:lnSpc>
                <a:spcPct val="100000"/>
              </a:lnSpc>
              <a:spcBef>
                <a:spcPts val="0"/>
              </a:spcBef>
              <a:spcAft>
                <a:spcPts val="0"/>
              </a:spcAft>
              <a:buClr>
                <a:srgbClr val="013D85"/>
              </a:buClr>
              <a:buSzPts val="2300"/>
              <a:buNone/>
              <a:defRPr sz="2300" b="1">
                <a:solidFill>
                  <a:srgbClr val="013D85"/>
                </a:solidFill>
              </a:defRPr>
            </a:lvl2pPr>
            <a:lvl3pPr>
              <a:lnSpc>
                <a:spcPct val="100000"/>
              </a:lnSpc>
              <a:spcBef>
                <a:spcPts val="0"/>
              </a:spcBef>
              <a:spcAft>
                <a:spcPts val="0"/>
              </a:spcAft>
              <a:buClr>
                <a:srgbClr val="013D85"/>
              </a:buClr>
              <a:buSzPts val="2300"/>
              <a:buNone/>
              <a:defRPr sz="2300" b="1">
                <a:solidFill>
                  <a:srgbClr val="013D85"/>
                </a:solidFill>
              </a:defRPr>
            </a:lvl3pPr>
            <a:lvl4pPr>
              <a:lnSpc>
                <a:spcPct val="100000"/>
              </a:lnSpc>
              <a:spcBef>
                <a:spcPts val="0"/>
              </a:spcBef>
              <a:spcAft>
                <a:spcPts val="0"/>
              </a:spcAft>
              <a:buClr>
                <a:srgbClr val="013D85"/>
              </a:buClr>
              <a:buSzPts val="2300"/>
              <a:buNone/>
              <a:defRPr sz="2300" b="1">
                <a:solidFill>
                  <a:srgbClr val="013D85"/>
                </a:solidFill>
              </a:defRPr>
            </a:lvl4pPr>
            <a:lvl5pPr>
              <a:lnSpc>
                <a:spcPct val="100000"/>
              </a:lnSpc>
              <a:spcBef>
                <a:spcPts val="0"/>
              </a:spcBef>
              <a:spcAft>
                <a:spcPts val="0"/>
              </a:spcAft>
              <a:buClr>
                <a:srgbClr val="013D85"/>
              </a:buClr>
              <a:buSzPts val="2300"/>
              <a:buNone/>
              <a:defRPr sz="2300" b="1">
                <a:solidFill>
                  <a:srgbClr val="013D85"/>
                </a:solidFill>
              </a:defRPr>
            </a:lvl5pPr>
            <a:lvl6pPr>
              <a:lnSpc>
                <a:spcPct val="100000"/>
              </a:lnSpc>
              <a:spcBef>
                <a:spcPts val="0"/>
              </a:spcBef>
              <a:spcAft>
                <a:spcPts val="0"/>
              </a:spcAft>
              <a:buClr>
                <a:srgbClr val="013D85"/>
              </a:buClr>
              <a:buSzPts val="2300"/>
              <a:buNone/>
              <a:defRPr sz="2300" b="1">
                <a:solidFill>
                  <a:srgbClr val="013D85"/>
                </a:solidFill>
              </a:defRPr>
            </a:lvl6pPr>
            <a:lvl7pPr>
              <a:lnSpc>
                <a:spcPct val="100000"/>
              </a:lnSpc>
              <a:spcBef>
                <a:spcPts val="0"/>
              </a:spcBef>
              <a:spcAft>
                <a:spcPts val="0"/>
              </a:spcAft>
              <a:buClr>
                <a:srgbClr val="013D85"/>
              </a:buClr>
              <a:buSzPts val="2300"/>
              <a:buNone/>
              <a:defRPr sz="2300" b="1">
                <a:solidFill>
                  <a:srgbClr val="013D85"/>
                </a:solidFill>
              </a:defRPr>
            </a:lvl7pPr>
            <a:lvl8pPr>
              <a:lnSpc>
                <a:spcPct val="100000"/>
              </a:lnSpc>
              <a:spcBef>
                <a:spcPts val="0"/>
              </a:spcBef>
              <a:spcAft>
                <a:spcPts val="0"/>
              </a:spcAft>
              <a:buClr>
                <a:srgbClr val="013D85"/>
              </a:buClr>
              <a:buSzPts val="2300"/>
              <a:buNone/>
              <a:defRPr sz="2300" b="1">
                <a:solidFill>
                  <a:srgbClr val="013D85"/>
                </a:solidFill>
              </a:defRPr>
            </a:lvl8pPr>
            <a:lvl9pPr>
              <a:lnSpc>
                <a:spcPct val="100000"/>
              </a:lnSpc>
              <a:spcBef>
                <a:spcPts val="0"/>
              </a:spcBef>
              <a:spcAft>
                <a:spcPts val="0"/>
              </a:spcAft>
              <a:buClr>
                <a:srgbClr val="013D85"/>
              </a:buClr>
              <a:buSzPts val="2300"/>
              <a:buNone/>
              <a:defRPr sz="2300" b="1">
                <a:solidFill>
                  <a:srgbClr val="013D85"/>
                </a:solidFill>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E6BFB942-1160-4C3D-BF38-7DD1B02F4B26}"/>
              </a:ext>
            </a:extLst>
          </p:cNvPr>
          <p:cNvSpPr>
            <a:spLocks xmlns:a="http://schemas.openxmlformats.org/drawingml/2006/main" noGrp="1"/>
          </p:cNvSpPr>
          <p:nvPr>
            <p:ph type="subTitle" idx="3"/>
          </p:nvPr>
        </p:nvSpPr>
        <p:spPr>
          <a:xfrm xmlns:a="http://schemas.openxmlformats.org/drawingml/2006/main">
            <a:off x="3135425" y="3278981"/>
            <a:ext cx="58563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xmlns:a="http://schemas.openxmlformats.org/drawingml/2006/main"/>
        </p:txBody>
      </p:sp>
      <p:sp>
        <p:nvSpPr>
          <p:cNvPr id="28" name="Google Shape;28;p6">
            <a:extLst xmlns:a="http://schemas.openxmlformats.org/drawingml/2006/main">
              <a:ext uri="{FF2B5EF4-FFF2-40B4-BE49-F238E27FC236}">
                <a16:creationId xmlns:a16="http://schemas.microsoft.com/office/drawing/2014/main" id="{291523DD-1C17-4858-AD71-91103262330C}"/>
              </a:ext>
            </a:extLst>
          </p:cNvPr>
          <p:cNvSpPr>
            <a:spLocks xmlns:a="http://schemas.openxmlformats.org/drawingml/2006/main" noGrp="1"/>
          </p:cNvSpPr>
          <p:nvPr>
            <p:ph type="subTitle" idx="4"/>
          </p:nvPr>
        </p:nvSpPr>
        <p:spPr>
          <a:xfrm xmlns:a="http://schemas.openxmlformats.org/drawingml/2006/main">
            <a:off x="3135425" y="3662550"/>
            <a:ext cx="5856300" cy="1032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xmlns:a="http://schemas.openxmlformats.org/drawingml/2006/main"/>
        </p:txBody>
      </p:sp>
    </p:spTree>
  </p:cSld>
</p:sldLayout>
</file>

<file path=ppt/slideLayouts/slideLayout6.xml><?xml version="1.0" encoding="utf-8"?>
<p:sldLayout xmlns:p="http://schemas.openxmlformats.org/presentationml/2006/main" matchingName="Разделительный слайд">
  <p:cSld name="MAIN_POINT">
    <p:spTree>
      <p:nvGrpSpPr>
        <p:cNvPr id="1" name=""/>
        <p:cNvGrpSpPr/>
        <p:nvPr/>
      </p:nvGrpSpPr>
      <p:grpSpPr>
        <a:xfrm xmlns:a="http://schemas.openxmlformats.org/drawingml/2006/main"/>
      </p:grpSpPr>
      <p:sp>
        <p:nvSpPr>
          <p:cNvPr id="30" name="Google Shape;30;p7">
            <a:extLst xmlns:a="http://schemas.openxmlformats.org/drawingml/2006/main">
              <a:ext uri="{FF2B5EF4-FFF2-40B4-BE49-F238E27FC236}">
                <a16:creationId xmlns:a16="http://schemas.microsoft.com/office/drawing/2014/main" id="{5FC46858-9DA9-4979-A4E6-C3D2CA8A701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35" name="Google Shape;31;p7"/>
          <p:cNvPicPr>
            <a:picLocks xmlns:a="http://schemas.openxmlformats.org/drawingml/2006/main" noChangeAspect="1"/>
          </p:cNvPicPr>
          <p:nvPr/>
        </p:nvPicPr>
        <p:blipFill rotWithShape="1">
          <a:blip xmlns:r="http://schemas.openxmlformats.org/officeDocument/2006/relationships" xmlns:a="http://schemas.openxmlformats.org/drawingml/2006/main" r:embed="Rc1760da28a3e421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2" name="Google Shape;32;p7">
            <a:extLst xmlns:a="http://schemas.openxmlformats.org/drawingml/2006/main">
              <a:ext uri="{FF2B5EF4-FFF2-40B4-BE49-F238E27FC236}">
                <a16:creationId xmlns:a16="http://schemas.microsoft.com/office/drawing/2014/main" id="{07ED4EFC-FA81-40A2-BC94-D6C135A2C300}"/>
              </a:ext>
            </a:extLst>
          </p:cNvPr>
          <p:cNvSpPr>
            <a:spLocks xmlns:a="http://schemas.openxmlformats.org/drawingml/2006/main" noGrp="1"/>
          </p:cNvSpPr>
          <p:nvPr>
            <p:ph type="title" idx="0"/>
          </p:nvPr>
        </p:nvSpPr>
        <p:spPr>
          <a:xfrm xmlns:a="http://schemas.openxmlformats.org/drawingml/2006/main">
            <a:off x="651425" y="396394"/>
            <a:ext cx="7706100" cy="40908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Clr>
                <a:schemeClr val="lt1"/>
              </a:buClr>
              <a:buSzPts val="4600"/>
              <a:buNone/>
              <a:defRPr sz="4600">
                <a:solidFill>
                  <a:schemeClr val="lt1"/>
                </a:solidFill>
              </a:defRPr>
            </a:lvl1pPr>
            <a:lvl2pPr>
              <a:spcBef>
                <a:spcPts val="0"/>
              </a:spcBef>
              <a:spcAft>
                <a:spcPts val="0"/>
              </a:spcAft>
              <a:buSzPts val="5000"/>
              <a:buNone/>
              <a:defRPr sz="5000"/>
            </a:lvl2pPr>
            <a:lvl3pPr>
              <a:spcBef>
                <a:spcPts val="0"/>
              </a:spcBef>
              <a:spcAft>
                <a:spcPts val="0"/>
              </a:spcAft>
              <a:buSzPts val="5000"/>
              <a:buNone/>
              <a:defRPr sz="5000"/>
            </a:lvl3pPr>
            <a:lvl4pPr>
              <a:spcBef>
                <a:spcPts val="0"/>
              </a:spcBef>
              <a:spcAft>
                <a:spcPts val="0"/>
              </a:spcAft>
              <a:buSzPts val="5000"/>
              <a:buNone/>
              <a:defRPr sz="5000"/>
            </a:lvl4pPr>
            <a:lvl5pPr>
              <a:spcBef>
                <a:spcPts val="0"/>
              </a:spcBef>
              <a:spcAft>
                <a:spcPts val="0"/>
              </a:spcAft>
              <a:buSzPts val="5000"/>
              <a:buNone/>
              <a:defRPr sz="5000"/>
            </a:lvl5pPr>
            <a:lvl6pPr>
              <a:spcBef>
                <a:spcPts val="0"/>
              </a:spcBef>
              <a:spcAft>
                <a:spcPts val="0"/>
              </a:spcAft>
              <a:buSzPts val="5000"/>
              <a:buNone/>
              <a:defRPr sz="5000"/>
            </a:lvl6pPr>
            <a:lvl7pPr>
              <a:spcBef>
                <a:spcPts val="0"/>
              </a:spcBef>
              <a:spcAft>
                <a:spcPts val="0"/>
              </a:spcAft>
              <a:buSzPts val="5000"/>
              <a:buNone/>
              <a:defRPr sz="5000"/>
            </a:lvl7pPr>
            <a:lvl8pPr>
              <a:spcBef>
                <a:spcPts val="0"/>
              </a:spcBef>
              <a:spcAft>
                <a:spcPts val="0"/>
              </a:spcAft>
              <a:buSzPts val="5000"/>
              <a:buNone/>
              <a:defRPr sz="5000"/>
            </a:lvl8pPr>
            <a:lvl9pPr>
              <a:spcBef>
                <a:spcPts val="0"/>
              </a:spcBef>
              <a:spcAft>
                <a:spcPts val="0"/>
              </a:spcAft>
              <a:buSzPts val="5000"/>
              <a:buNone/>
              <a:defRPr sz="5000"/>
            </a:lvl9pPr>
          </a:lstStyle>
          <a:p xmlns:a="http://schemas.openxmlformats.org/drawingml/2006/main"/>
        </p:txBody>
      </p:sp>
    </p:spTree>
  </p:cSld>
</p:sldLayout>
</file>

<file path=ppt/slideLayouts/slideLayout7.xml><?xml version="1.0" encoding="utf-8"?>
<p:sldLayout xmlns:p="http://schemas.openxmlformats.org/presentationml/2006/main" matchingName="О себе">
  <p:cSld name="CUSTOM_1">
    <p:spTree>
      <p:nvGrpSpPr>
        <p:cNvPr id="1" name=""/>
        <p:cNvGrpSpPr/>
        <p:nvPr/>
      </p:nvGrpSpPr>
      <p:grpSpPr>
        <a:xfrm xmlns:a="http://schemas.openxmlformats.org/drawingml/2006/main"/>
      </p:grpSpPr>
      <p:sp>
        <p:nvSpPr>
          <p:cNvPr id="34" name="Google Shape;34;p8">
            <a:extLst xmlns:a="http://schemas.openxmlformats.org/drawingml/2006/main">
              <a:ext uri="{FF2B5EF4-FFF2-40B4-BE49-F238E27FC236}">
                <a16:creationId xmlns:a16="http://schemas.microsoft.com/office/drawing/2014/main" id="{A3DE7109-8A06-45CB-9F30-8FBB85D283E9}"/>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35" name="Google Shape;35;p8">
            <a:extLst xmlns:a="http://schemas.openxmlformats.org/drawingml/2006/main">
              <a:ext uri="{FF2B5EF4-FFF2-40B4-BE49-F238E27FC236}">
                <a16:creationId xmlns:a16="http://schemas.microsoft.com/office/drawing/2014/main" id="{3B698080-9451-4965-861A-921511372B0A}"/>
              </a:ext>
            </a:extLst>
          </p:cNvPr>
          <p:cNvSpPr>
            <a:spLocks xmlns:a="http://schemas.openxmlformats.org/drawingml/2006/main" noGrp="1"/>
          </p:cNvSpPr>
          <p:nvPr>
            <p:ph type="subTitle" idx="1"/>
          </p:nvPr>
        </p:nvSpPr>
        <p:spPr>
          <a:xfrm xmlns:a="http://schemas.openxmlformats.org/drawingml/2006/main">
            <a:off x="3891775" y="1716281"/>
            <a:ext cx="4391700" cy="587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rgbClr val="013D85"/>
              </a:buClr>
              <a:buSzPts val="1600"/>
              <a:buNone/>
              <a:defRPr sz="1600" b="1">
                <a:solidFill>
                  <a:srgbClr val="013D85"/>
                </a:solidFill>
              </a:defRPr>
            </a:lvl1pPr>
            <a:lvl2pPr>
              <a:lnSpc>
                <a:spcPct val="100000"/>
              </a:lnSpc>
              <a:spcBef>
                <a:spcPts val="0"/>
              </a:spcBef>
              <a:spcAft>
                <a:spcPts val="0"/>
              </a:spcAft>
              <a:buClr>
                <a:schemeClr val="dk1"/>
              </a:buClr>
              <a:buSzPts val="2300"/>
              <a:buNone/>
              <a:defRPr sz="2300" b="1">
                <a:solidFill>
                  <a:schemeClr val="dk1"/>
                </a:solidFill>
              </a:defRPr>
            </a:lvl2pPr>
            <a:lvl3pPr>
              <a:lnSpc>
                <a:spcPct val="100000"/>
              </a:lnSpc>
              <a:spcBef>
                <a:spcPts val="0"/>
              </a:spcBef>
              <a:spcAft>
                <a:spcPts val="0"/>
              </a:spcAft>
              <a:buClr>
                <a:schemeClr val="dk1"/>
              </a:buClr>
              <a:buSzPts val="2300"/>
              <a:buNone/>
              <a:defRPr sz="2300" b="1">
                <a:solidFill>
                  <a:schemeClr val="dk1"/>
                </a:solidFill>
              </a:defRPr>
            </a:lvl3pPr>
            <a:lvl4pPr>
              <a:lnSpc>
                <a:spcPct val="100000"/>
              </a:lnSpc>
              <a:spcBef>
                <a:spcPts val="0"/>
              </a:spcBef>
              <a:spcAft>
                <a:spcPts val="0"/>
              </a:spcAft>
              <a:buClr>
                <a:schemeClr val="dk1"/>
              </a:buClr>
              <a:buSzPts val="2300"/>
              <a:buNone/>
              <a:defRPr sz="2300" b="1">
                <a:solidFill>
                  <a:schemeClr val="dk1"/>
                </a:solidFill>
              </a:defRPr>
            </a:lvl4pPr>
            <a:lvl5pPr>
              <a:lnSpc>
                <a:spcPct val="100000"/>
              </a:lnSpc>
              <a:spcBef>
                <a:spcPts val="0"/>
              </a:spcBef>
              <a:spcAft>
                <a:spcPts val="0"/>
              </a:spcAft>
              <a:buClr>
                <a:schemeClr val="dk1"/>
              </a:buClr>
              <a:buSzPts val="2300"/>
              <a:buNone/>
              <a:defRPr sz="2300" b="1">
                <a:solidFill>
                  <a:schemeClr val="dk1"/>
                </a:solidFill>
              </a:defRPr>
            </a:lvl5pPr>
            <a:lvl6pPr>
              <a:lnSpc>
                <a:spcPct val="100000"/>
              </a:lnSpc>
              <a:spcBef>
                <a:spcPts val="0"/>
              </a:spcBef>
              <a:spcAft>
                <a:spcPts val="0"/>
              </a:spcAft>
              <a:buClr>
                <a:schemeClr val="dk1"/>
              </a:buClr>
              <a:buSzPts val="2300"/>
              <a:buNone/>
              <a:defRPr sz="2300" b="1">
                <a:solidFill>
                  <a:schemeClr val="dk1"/>
                </a:solidFill>
              </a:defRPr>
            </a:lvl6pPr>
            <a:lvl7pPr>
              <a:lnSpc>
                <a:spcPct val="100000"/>
              </a:lnSpc>
              <a:spcBef>
                <a:spcPts val="0"/>
              </a:spcBef>
              <a:spcAft>
                <a:spcPts val="0"/>
              </a:spcAft>
              <a:buClr>
                <a:schemeClr val="dk1"/>
              </a:buClr>
              <a:buSzPts val="2300"/>
              <a:buNone/>
              <a:defRPr sz="2300" b="1">
                <a:solidFill>
                  <a:schemeClr val="dk1"/>
                </a:solidFill>
              </a:defRPr>
            </a:lvl7pPr>
            <a:lvl8pPr>
              <a:lnSpc>
                <a:spcPct val="100000"/>
              </a:lnSpc>
              <a:spcBef>
                <a:spcPts val="0"/>
              </a:spcBef>
              <a:spcAft>
                <a:spcPts val="0"/>
              </a:spcAft>
              <a:buClr>
                <a:schemeClr val="dk1"/>
              </a:buClr>
              <a:buSzPts val="2300"/>
              <a:buNone/>
              <a:defRPr sz="2300" b="1">
                <a:solidFill>
                  <a:schemeClr val="dk1"/>
                </a:solidFill>
              </a:defRPr>
            </a:lvl8pPr>
            <a:lvl9pPr>
              <a:lnSpc>
                <a:spcPct val="100000"/>
              </a:lnSpc>
              <a:spcBef>
                <a:spcPts val="0"/>
              </a:spcBef>
              <a:spcAft>
                <a:spcPts val="0"/>
              </a:spcAft>
              <a:buClr>
                <a:schemeClr val="dk1"/>
              </a:buClr>
              <a:buSzPts val="2300"/>
              <a:buNone/>
              <a:defRPr sz="2300" b="1">
                <a:solidFill>
                  <a:schemeClr val="dk1"/>
                </a:solidFill>
              </a:defRPr>
            </a:lvl9pPr>
          </a:lstStyle>
          <a:p xmlns:a="http://schemas.openxmlformats.org/drawingml/2006/main"/>
        </p:txBody>
      </p:sp>
      <p:sp>
        <p:nvSpPr>
          <p:cNvPr id="36" name="Google Shape;36;p8">
            <a:extLst xmlns:a="http://schemas.openxmlformats.org/drawingml/2006/main">
              <a:ext uri="{FF2B5EF4-FFF2-40B4-BE49-F238E27FC236}">
                <a16:creationId xmlns:a16="http://schemas.microsoft.com/office/drawing/2014/main" id="{0DF35E05-B733-47FA-87B9-E23663B482EA}"/>
              </a:ext>
            </a:extLst>
          </p:cNvPr>
          <p:cNvSpPr>
            <a:spLocks xmlns:a="http://schemas.openxmlformats.org/drawingml/2006/main" noGrp="1"/>
          </p:cNvSpPr>
          <p:nvPr>
            <p:ph type="subTitle" idx="2"/>
          </p:nvPr>
        </p:nvSpPr>
        <p:spPr>
          <a:xfrm xmlns:a="http://schemas.openxmlformats.org/drawingml/2006/main">
            <a:off x="3891775" y="2252801"/>
            <a:ext cx="5095200" cy="25113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xmlns:a="http://schemas.openxmlformats.org/drawingml/2006/main"/>
        </p:txBody>
      </p:sp>
    </p:spTree>
  </p:cSld>
</p:sldLayout>
</file>

<file path=ppt/slideLayouts/slideLayout8.xml><?xml version="1.0" encoding="utf-8"?>
<p:sldLayout xmlns:p="http://schemas.openxmlformats.org/presentationml/2006/main" matchingName="Раздел+описание">
  <p:cSld name="SECTION_TITLE_AND_DESCRIPTION">
    <p:spTree>
      <p:nvGrpSpPr>
        <p:cNvPr id="1" name=""/>
        <p:cNvGrpSpPr/>
        <p:nvPr/>
      </p:nvGrpSpPr>
      <p:grpSpPr>
        <a:xfrm xmlns:a="http://schemas.openxmlformats.org/drawingml/2006/main"/>
      </p:grpSpPr>
      <p:sp>
        <p:nvSpPr>
          <p:cNvPr id="38" name="Google Shape;38;p9">
            <a:extLst xmlns:a="http://schemas.openxmlformats.org/drawingml/2006/main">
              <a:ext uri="{FF2B5EF4-FFF2-40B4-BE49-F238E27FC236}">
                <a16:creationId xmlns:a16="http://schemas.microsoft.com/office/drawing/2014/main" id="{3780EC84-6323-4B93-B039-42D6A172C5AE}"/>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rgbClr val="F3F3F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9" name="Google Shape;39;p9">
            <a:extLst xmlns:a="http://schemas.openxmlformats.org/drawingml/2006/main">
              <a:ext uri="{FF2B5EF4-FFF2-40B4-BE49-F238E27FC236}">
                <a16:creationId xmlns:a16="http://schemas.microsoft.com/office/drawing/2014/main" id="{17771C62-0135-4FBD-A7E9-6552179F1D0E}"/>
              </a:ext>
            </a:extLst>
          </p:cNvPr>
          <p:cNvSpPr>
            <a:spLocks xmlns:a="http://schemas.openxmlformats.org/drawingml/2006/main" noGrp="1"/>
          </p:cNvSpPr>
          <p:nvPr>
            <p:ph type="title" idx="0"/>
          </p:nvPr>
        </p:nvSpPr>
        <p:spPr>
          <a:xfrm xmlns:a="http://schemas.openxmlformats.org/drawingml/2006/main">
            <a:off x="609075" y="1220875"/>
            <a:ext cx="4045200" cy="14823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200"/>
              <a:buNone/>
              <a:defRPr sz="3200"/>
            </a:lvl1pPr>
            <a:lvl2pPr>
              <a:spcBef>
                <a:spcPts val="0"/>
              </a:spcBef>
              <a:spcAft>
                <a:spcPts val="0"/>
              </a:spcAft>
              <a:buSzPts val="4200"/>
              <a:buNone/>
              <a:defRPr sz="4200"/>
            </a:lvl2pPr>
            <a:lvl3pPr>
              <a:spcBef>
                <a:spcPts val="0"/>
              </a:spcBef>
              <a:spcAft>
                <a:spcPts val="0"/>
              </a:spcAft>
              <a:buSzPts val="4200"/>
              <a:buNone/>
              <a:defRPr sz="4200"/>
            </a:lvl3pPr>
            <a:lvl4pPr>
              <a:spcBef>
                <a:spcPts val="0"/>
              </a:spcBef>
              <a:spcAft>
                <a:spcPts val="0"/>
              </a:spcAft>
              <a:buSzPts val="4200"/>
              <a:buNone/>
              <a:defRPr sz="4200"/>
            </a:lvl4pPr>
            <a:lvl5pPr>
              <a:spcBef>
                <a:spcPts val="0"/>
              </a:spcBef>
              <a:spcAft>
                <a:spcPts val="0"/>
              </a:spcAft>
              <a:buSzPts val="4200"/>
              <a:buNone/>
              <a:defRPr sz="4200"/>
            </a:lvl5pPr>
            <a:lvl6pPr>
              <a:spcBef>
                <a:spcPts val="0"/>
              </a:spcBef>
              <a:spcAft>
                <a:spcPts val="0"/>
              </a:spcAft>
              <a:buSzPts val="4200"/>
              <a:buNone/>
              <a:defRPr sz="4200"/>
            </a:lvl6pPr>
            <a:lvl7pPr>
              <a:spcBef>
                <a:spcPts val="0"/>
              </a:spcBef>
              <a:spcAft>
                <a:spcPts val="0"/>
              </a:spcAft>
              <a:buSzPts val="4200"/>
              <a:buNone/>
              <a:defRPr sz="4200"/>
            </a:lvl7pPr>
            <a:lvl8pPr>
              <a:spcBef>
                <a:spcPts val="0"/>
              </a:spcBef>
              <a:spcAft>
                <a:spcPts val="0"/>
              </a:spcAft>
              <a:buSzPts val="4200"/>
              <a:buNone/>
              <a:defRPr sz="4200"/>
            </a:lvl8pPr>
            <a:lvl9pPr>
              <a:spcBef>
                <a:spcPts val="0"/>
              </a:spcBef>
              <a:spcAft>
                <a:spcPts val="0"/>
              </a:spcAft>
              <a:buSzPts val="4200"/>
              <a:buNone/>
              <a:defRPr sz="4200"/>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B4BC2559-7569-49F7-88CF-047954A630BF}"/>
              </a:ext>
            </a:extLst>
          </p:cNvPr>
          <p:cNvSpPr>
            <a:spLocks xmlns:a="http://schemas.openxmlformats.org/drawingml/2006/main" noGrp="1"/>
          </p:cNvSpPr>
          <p:nvPr>
            <p:ph type="subTitle" idx="1"/>
          </p:nvPr>
        </p:nvSpPr>
        <p:spPr>
          <a:xfrm xmlns:a="http://schemas.openxmlformats.org/drawingml/2006/main">
            <a:off x="609075" y="2916213"/>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SzPts val="1700"/>
              <a:buNone/>
              <a:defRPr sz="1700"/>
            </a:lvl1pPr>
            <a:lvl2pPr>
              <a:lnSpc>
                <a:spcPct val="100000"/>
              </a:lnSpc>
              <a:spcBef>
                <a:spcPts val="0"/>
              </a:spcBef>
              <a:spcAft>
                <a:spcPts val="0"/>
              </a:spcAft>
              <a:buSzPts val="1700"/>
              <a:buNone/>
              <a:defRPr sz="1700"/>
            </a:lvl2pPr>
            <a:lvl3pPr>
              <a:lnSpc>
                <a:spcPct val="100000"/>
              </a:lnSpc>
              <a:spcBef>
                <a:spcPts val="0"/>
              </a:spcBef>
              <a:spcAft>
                <a:spcPts val="0"/>
              </a:spcAft>
              <a:buSzPts val="1700"/>
              <a:buNone/>
              <a:defRPr sz="1700"/>
            </a:lvl3pPr>
            <a:lvl4pPr>
              <a:lnSpc>
                <a:spcPct val="100000"/>
              </a:lnSpc>
              <a:spcBef>
                <a:spcPts val="0"/>
              </a:spcBef>
              <a:spcAft>
                <a:spcPts val="0"/>
              </a:spcAft>
              <a:buSzPts val="1700"/>
              <a:buNone/>
              <a:defRPr sz="1700"/>
            </a:lvl4pPr>
            <a:lvl5pPr>
              <a:lnSpc>
                <a:spcPct val="100000"/>
              </a:lnSpc>
              <a:spcBef>
                <a:spcPts val="0"/>
              </a:spcBef>
              <a:spcAft>
                <a:spcPts val="0"/>
              </a:spcAft>
              <a:buSzPts val="1700"/>
              <a:buNone/>
              <a:defRPr sz="1700"/>
            </a:lvl5pPr>
            <a:lvl6pPr>
              <a:lnSpc>
                <a:spcPct val="100000"/>
              </a:lnSpc>
              <a:spcBef>
                <a:spcPts val="0"/>
              </a:spcBef>
              <a:spcAft>
                <a:spcPts val="0"/>
              </a:spcAft>
              <a:buSzPts val="1700"/>
              <a:buNone/>
              <a:defRPr sz="1700"/>
            </a:lvl6pPr>
            <a:lvl7pPr>
              <a:lnSpc>
                <a:spcPct val="100000"/>
              </a:lnSpc>
              <a:spcBef>
                <a:spcPts val="0"/>
              </a:spcBef>
              <a:spcAft>
                <a:spcPts val="0"/>
              </a:spcAft>
              <a:buSzPts val="1700"/>
              <a:buNone/>
              <a:defRPr sz="1700"/>
            </a:lvl7pPr>
            <a:lvl8pPr>
              <a:lnSpc>
                <a:spcPct val="100000"/>
              </a:lnSpc>
              <a:spcBef>
                <a:spcPts val="0"/>
              </a:spcBef>
              <a:spcAft>
                <a:spcPts val="0"/>
              </a:spcAft>
              <a:buSzPts val="1700"/>
              <a:buNone/>
              <a:defRPr sz="1700"/>
            </a:lvl8pPr>
            <a:lvl9pPr>
              <a:lnSpc>
                <a:spcPct val="100000"/>
              </a:lnSpc>
              <a:spcBef>
                <a:spcPts val="0"/>
              </a:spcBef>
              <a:spcAft>
                <a:spcPts val="0"/>
              </a:spcAft>
              <a:buSzPts val="1700"/>
              <a:buNone/>
              <a:defRPr sz="1700"/>
            </a:lvl9pPr>
          </a:lstStyle>
          <a:p xmlns:a="http://schemas.openxmlformats.org/drawingml/2006/main"/>
        </p:txBody>
      </p:sp>
      <p:sp>
        <p:nvSpPr>
          <p:cNvPr id="41" name="Google Shape;41;p9">
            <a:extLst xmlns:a="http://schemas.openxmlformats.org/drawingml/2006/main">
              <a:ext uri="{FF2B5EF4-FFF2-40B4-BE49-F238E27FC236}">
                <a16:creationId xmlns:a16="http://schemas.microsoft.com/office/drawing/2014/main" id="{CF53E61E-5F18-4381-8039-460366239EBA}"/>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36550">
              <a:spcBef>
                <a:spcPts val="0"/>
              </a:spcBef>
              <a:spcAft>
                <a:spcPts val="0"/>
              </a:spcAft>
              <a:buSzPts val="1700"/>
              <a:buChar char="●"/>
              <a:defRPr/>
            </a:lvl1pPr>
            <a:lvl2pPr marL="914400" indent="-323850">
              <a:spcBef>
                <a:spcPts val="0"/>
              </a:spcBef>
              <a:spcAft>
                <a:spcPts val="0"/>
              </a:spcAft>
              <a:buSzPts val="1500"/>
              <a:buChar char="○"/>
              <a:defRPr/>
            </a:lvl2pPr>
            <a:lvl3pPr marL="1371600" indent="-311150">
              <a:spcBef>
                <a:spcPts val="0"/>
              </a:spcBef>
              <a:spcAft>
                <a:spcPts val="0"/>
              </a:spcAft>
              <a:buSzPts val="1300"/>
              <a:buChar char="■"/>
              <a:defRPr/>
            </a:lvl3pPr>
            <a:lvl4pPr marL="1828800" indent="-311150">
              <a:spcBef>
                <a:spcPts val="0"/>
              </a:spcBef>
              <a:spcAft>
                <a:spcPts val="0"/>
              </a:spcAft>
              <a:buSzPts val="1300"/>
              <a:buChar char="●"/>
              <a:defRPr/>
            </a:lvl4pPr>
            <a:lvl5pPr marL="2286000" indent="-311150">
              <a:spcBef>
                <a:spcPts val="0"/>
              </a:spcBef>
              <a:spcAft>
                <a:spcPts val="0"/>
              </a:spcAft>
              <a:buSzPts val="1300"/>
              <a:buChar char="○"/>
              <a:defRPr/>
            </a:lvl5pPr>
            <a:lvl6pPr marL="2743200" indent="-311150">
              <a:spcBef>
                <a:spcPts val="0"/>
              </a:spcBef>
              <a:spcAft>
                <a:spcPts val="0"/>
              </a:spcAft>
              <a:buSzPts val="1300"/>
              <a:buChar char="■"/>
              <a:defRPr/>
            </a:lvl6pPr>
            <a:lvl7pPr marL="3200400" indent="-311150">
              <a:spcBef>
                <a:spcPts val="0"/>
              </a:spcBef>
              <a:spcAft>
                <a:spcPts val="0"/>
              </a:spcAft>
              <a:buSzPts val="1300"/>
              <a:buChar char="●"/>
              <a:defRPr/>
            </a:lvl7pPr>
            <a:lvl8pPr marL="3657600" indent="-311150">
              <a:spcBef>
                <a:spcPts val="0"/>
              </a:spcBef>
              <a:spcAft>
                <a:spcPts val="0"/>
              </a:spcAft>
              <a:buSzPts val="1300"/>
              <a:buChar char="○"/>
              <a:defRPr/>
            </a:lvl8pPr>
            <a:lvl9pPr marL="4114800" indent="-311150">
              <a:spcBef>
                <a:spcPts val="0"/>
              </a:spcBef>
              <a:spcAft>
                <a:spcPts val="0"/>
              </a:spcAft>
              <a:buSzPts val="1300"/>
              <a:buChar char="■"/>
              <a:defRPr/>
            </a:lvl9pPr>
          </a:lstStyle>
          <a:p xmlns:a="http://schemas.openxmlformats.org/drawingml/2006/main"/>
        </p:txBody>
      </p:sp>
      <p:sp>
        <p:nvSpPr>
          <p:cNvPr id="42" name="Google Shape;42;p9">
            <a:extLst xmlns:a="http://schemas.openxmlformats.org/drawingml/2006/main">
              <a:ext uri="{FF2B5EF4-FFF2-40B4-BE49-F238E27FC236}">
                <a16:creationId xmlns:a16="http://schemas.microsoft.com/office/drawing/2014/main" id="{9D9B2427-C969-4231-9AA7-329397806FB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4" name="Google Shape;44;p10">
            <a:extLst xmlns:a="http://schemas.openxmlformats.org/drawingml/2006/main">
              <a:ext uri="{FF2B5EF4-FFF2-40B4-BE49-F238E27FC236}">
                <a16:creationId xmlns:a16="http://schemas.microsoft.com/office/drawing/2014/main" id="{4747CA64-D71A-499E-90F4-5B24E46590A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Заголовок">
  <p:cSld name="CUSTOM_3">
    <p:spTree>
      <p:nvGrpSpPr>
        <p:cNvPr id="1" name=""/>
        <p:cNvGrpSpPr/>
        <p:nvPr/>
      </p:nvGrpSpPr>
      <p:grpSpPr>
        <a:xfrm xmlns:a="http://schemas.openxmlformats.org/drawingml/2006/main"/>
      </p:grpSpPr>
      <p:sp>
        <p:nvSpPr>
          <p:cNvPr id="46" name="Google Shape;46;p11">
            <a:extLst xmlns:a="http://schemas.openxmlformats.org/drawingml/2006/main">
              <a:ext uri="{FF2B5EF4-FFF2-40B4-BE49-F238E27FC236}">
                <a16:creationId xmlns:a16="http://schemas.microsoft.com/office/drawing/2014/main" id="{CFFB0C80-2A3E-4DA3-9491-C4DA8EF2BAAD}"/>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11.xml><?xml version="1.0" encoding="utf-8"?>
<p:sldLayout xmlns:p="http://schemas.openxmlformats.org/presentationml/2006/main" matchingName="Слайд с кодом 1">
  <p:cSld name="CUSTOM_2">
    <p:spTree>
      <p:nvGrpSpPr>
        <p:cNvPr id="1" name=""/>
        <p:cNvGrpSpPr/>
        <p:nvPr/>
      </p:nvGrpSpPr>
      <p:grpSpPr>
        <a:xfrm xmlns:a="http://schemas.openxmlformats.org/drawingml/2006/main"/>
      </p:grpSpPr>
      <p:sp>
        <p:nvSpPr>
          <p:cNvPr id="48" name="Google Shape;48;p12">
            <a:extLst xmlns:a="http://schemas.openxmlformats.org/drawingml/2006/main">
              <a:ext uri="{FF2B5EF4-FFF2-40B4-BE49-F238E27FC236}">
                <a16:creationId xmlns:a16="http://schemas.microsoft.com/office/drawing/2014/main" id="{222A3B82-A54A-4F37-9391-6CD10F9F394F}"/>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49" name="Google Shape;49;p12">
            <a:extLst xmlns:a="http://schemas.openxmlformats.org/drawingml/2006/main">
              <a:ext uri="{FF2B5EF4-FFF2-40B4-BE49-F238E27FC236}">
                <a16:creationId xmlns:a16="http://schemas.microsoft.com/office/drawing/2014/main" id="{BCA494E7-688A-4EE3-AAD9-73A9DB0F43C4}"/>
              </a:ext>
            </a:extLst>
          </p:cNvPr>
          <p:cNvSpPr>
            <a:spLocks xmlns:a="http://schemas.openxmlformats.org/drawingml/2006/main" noGrp="1"/>
          </p:cNvSpPr>
          <p:nvPr/>
        </p:nvSpPr>
        <p:spPr>
          <a:xfrm xmlns:a="http://schemas.openxmlformats.org/drawingml/2006/main">
            <a:off x="590475" y="1364975"/>
            <a:ext cx="7988400" cy="3412500"/>
          </a:xfrm>
          <a:prstGeom xmlns:a="http://schemas.openxmlformats.org/drawingml/2006/main" prst="rect">
            <a:avLst/>
          </a:prstGeom>
          <a:solidFill xmlns:a="http://schemas.openxmlformats.org/drawingml/2006/main">
            <a:srgbClr val="FBFBF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 name="Google Shape;50;p12">
            <a:extLst xmlns:a="http://schemas.openxmlformats.org/drawingml/2006/main">
              <a:ext uri="{FF2B5EF4-FFF2-40B4-BE49-F238E27FC236}">
                <a16:creationId xmlns:a16="http://schemas.microsoft.com/office/drawing/2014/main" id="{F0E94A78-7560-4484-9987-8B021AEAC93A}"/>
              </a:ext>
            </a:extLst>
          </p:cNvPr>
          <p:cNvSpPr>
            <a:spLocks xmlns:a="http://schemas.openxmlformats.org/drawingml/2006/main" noGrp="1"/>
          </p:cNvSpPr>
          <p:nvPr>
            <p:ph type="subTitle" idx="1"/>
          </p:nvPr>
        </p:nvSpPr>
        <p:spPr>
          <a:xfrm xmlns:a="http://schemas.openxmlformats.org/drawingml/2006/main">
            <a:off x="754725" y="1516446"/>
            <a:ext cx="8226300" cy="345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100"/>
              <a:buFont typeface="Courier New"/>
              <a:buNone/>
              <a:defRPr sz="1100">
                <a:latin typeface="Courier New"/>
                <a:ea typeface="Courier New"/>
                <a:cs typeface="Courier New"/>
              </a:defRPr>
            </a:lvl1pPr>
            <a:lvl2pPr>
              <a:lnSpc>
                <a:spcPct val="115000"/>
              </a:lnSpc>
              <a:spcBef>
                <a:spcPts val="0"/>
              </a:spcBef>
              <a:spcAft>
                <a:spcPts val="0"/>
              </a:spcAft>
              <a:buSzPts val="1700"/>
              <a:buNone/>
              <a:defRPr sz="1700"/>
            </a:lvl2pPr>
            <a:lvl3pPr>
              <a:lnSpc>
                <a:spcPct val="115000"/>
              </a:lnSpc>
              <a:spcBef>
                <a:spcPts val="0"/>
              </a:spcBef>
              <a:spcAft>
                <a:spcPts val="0"/>
              </a:spcAft>
              <a:buSzPts val="1700"/>
              <a:buNone/>
              <a:defRPr sz="1700"/>
            </a:lvl3pPr>
            <a:lvl4pPr>
              <a:lnSpc>
                <a:spcPct val="115000"/>
              </a:lnSpc>
              <a:spcBef>
                <a:spcPts val="0"/>
              </a:spcBef>
              <a:spcAft>
                <a:spcPts val="0"/>
              </a:spcAft>
              <a:buSzPts val="1700"/>
              <a:buNone/>
              <a:defRPr sz="1700"/>
            </a:lvl4pPr>
            <a:lvl5pPr>
              <a:lnSpc>
                <a:spcPct val="115000"/>
              </a:lnSpc>
              <a:spcBef>
                <a:spcPts val="0"/>
              </a:spcBef>
              <a:spcAft>
                <a:spcPts val="0"/>
              </a:spcAft>
              <a:buSzPts val="1700"/>
              <a:buNone/>
              <a:defRPr sz="1700"/>
            </a:lvl5pPr>
            <a:lvl6pPr>
              <a:lnSpc>
                <a:spcPct val="115000"/>
              </a:lnSpc>
              <a:spcBef>
                <a:spcPts val="0"/>
              </a:spcBef>
              <a:spcAft>
                <a:spcPts val="0"/>
              </a:spcAft>
              <a:buSzPts val="1700"/>
              <a:buNone/>
              <a:defRPr sz="1700"/>
            </a:lvl6pPr>
            <a:lvl7pPr>
              <a:lnSpc>
                <a:spcPct val="115000"/>
              </a:lnSpc>
              <a:spcBef>
                <a:spcPts val="0"/>
              </a:spcBef>
              <a:spcAft>
                <a:spcPts val="0"/>
              </a:spcAft>
              <a:buSzPts val="1700"/>
              <a:buNone/>
              <a:defRPr sz="1700"/>
            </a:lvl7pPr>
            <a:lvl8pPr>
              <a:lnSpc>
                <a:spcPct val="115000"/>
              </a:lnSpc>
              <a:spcBef>
                <a:spcPts val="0"/>
              </a:spcBef>
              <a:spcAft>
                <a:spcPts val="0"/>
              </a:spcAft>
              <a:buSzPts val="1700"/>
              <a:buNone/>
              <a:defRPr sz="1700"/>
            </a:lvl8pPr>
            <a:lvl9pPr>
              <a:lnSpc>
                <a:spcPct val="115000"/>
              </a:lnSpc>
              <a:spcBef>
                <a:spcPts val="0"/>
              </a:spcBef>
              <a:spcAft>
                <a:spcPts val="0"/>
              </a:spcAft>
              <a:buSzPts val="1700"/>
              <a:buNone/>
              <a:defRPr sz="1700"/>
            </a:lvl9pPr>
          </a:lstStyle>
          <a:p xmlns:a="http://schemas.openxmlformats.org/drawingml/2006/main"/>
        </p:txBody>
      </p:sp>
    </p:spTree>
  </p:cSld>
</p:sldLayout>
</file>

<file path=ppt/slideLayouts/slideLayout12.xml><?xml version="1.0" encoding="utf-8"?>
<p:sldLayout xmlns:p="http://schemas.openxmlformats.org/presentationml/2006/main" matchingName="Слайд с кодом 2">
  <p:cSld name="CUSTOM_2_1">
    <p:spTree>
      <p:nvGrpSpPr>
        <p:cNvPr id="1" name=""/>
        <p:cNvGrpSpPr/>
        <p:nvPr/>
      </p:nvGrpSpPr>
      <p:grpSpPr>
        <a:xfrm xmlns:a="http://schemas.openxmlformats.org/drawingml/2006/main"/>
      </p:grpSpPr>
      <p:sp>
        <p:nvSpPr>
          <p:cNvPr id="52" name="Google Shape;52;p13">
            <a:extLst xmlns:a="http://schemas.openxmlformats.org/drawingml/2006/main">
              <a:ext uri="{FF2B5EF4-FFF2-40B4-BE49-F238E27FC236}">
                <a16:creationId xmlns:a16="http://schemas.microsoft.com/office/drawing/2014/main" id="{590C2710-77E5-44B7-AF64-2CA91F912141}"/>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90C886BA-E0A7-435E-8728-11589B984ECF}"/>
              </a:ext>
            </a:extLst>
          </p:cNvPr>
          <p:cNvSpPr>
            <a:spLocks xmlns:a="http://schemas.openxmlformats.org/drawingml/2006/main" noGrp="1"/>
          </p:cNvSpPr>
          <p:nvPr/>
        </p:nvSpPr>
        <p:spPr>
          <a:xfrm xmlns:a="http://schemas.openxmlformats.org/drawingml/2006/main">
            <a:off x="590475" y="1364975"/>
            <a:ext cx="7988400" cy="3412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4" name="Google Shape;54;p13">
            <a:extLst xmlns:a="http://schemas.openxmlformats.org/drawingml/2006/main">
              <a:ext uri="{FF2B5EF4-FFF2-40B4-BE49-F238E27FC236}">
                <a16:creationId xmlns:a16="http://schemas.microsoft.com/office/drawing/2014/main" id="{3F206E25-D44B-499F-AD74-C8E84400BD0E}"/>
              </a:ext>
            </a:extLst>
          </p:cNvPr>
          <p:cNvSpPr>
            <a:spLocks xmlns:a="http://schemas.openxmlformats.org/drawingml/2006/main" noGrp="1"/>
          </p:cNvSpPr>
          <p:nvPr>
            <p:ph type="subTitle" idx="1"/>
          </p:nvPr>
        </p:nvSpPr>
        <p:spPr>
          <a:xfrm xmlns:a="http://schemas.openxmlformats.org/drawingml/2006/main">
            <a:off x="754725" y="1516446"/>
            <a:ext cx="8226300" cy="345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defRPr>
            </a:lvl1pPr>
            <a:lvl2pPr>
              <a:lnSpc>
                <a:spcPct val="115000"/>
              </a:lnSpc>
              <a:spcBef>
                <a:spcPts val="0"/>
              </a:spcBef>
              <a:spcAft>
                <a:spcPts val="0"/>
              </a:spcAft>
              <a:buClr>
                <a:schemeClr val="lt1"/>
              </a:buClr>
              <a:buSzPts val="1700"/>
              <a:buNone/>
              <a:defRPr sz="1700">
                <a:solidFill>
                  <a:schemeClr val="lt1"/>
                </a:solidFill>
              </a:defRPr>
            </a:lvl2pPr>
            <a:lvl3pPr>
              <a:lnSpc>
                <a:spcPct val="115000"/>
              </a:lnSpc>
              <a:spcBef>
                <a:spcPts val="0"/>
              </a:spcBef>
              <a:spcAft>
                <a:spcPts val="0"/>
              </a:spcAft>
              <a:buClr>
                <a:schemeClr val="lt1"/>
              </a:buClr>
              <a:buSzPts val="1700"/>
              <a:buNone/>
              <a:defRPr sz="1700">
                <a:solidFill>
                  <a:schemeClr val="lt1"/>
                </a:solidFill>
              </a:defRPr>
            </a:lvl3pPr>
            <a:lvl4pPr>
              <a:lnSpc>
                <a:spcPct val="115000"/>
              </a:lnSpc>
              <a:spcBef>
                <a:spcPts val="0"/>
              </a:spcBef>
              <a:spcAft>
                <a:spcPts val="0"/>
              </a:spcAft>
              <a:buClr>
                <a:schemeClr val="lt1"/>
              </a:buClr>
              <a:buSzPts val="1700"/>
              <a:buNone/>
              <a:defRPr sz="1700">
                <a:solidFill>
                  <a:schemeClr val="lt1"/>
                </a:solidFill>
              </a:defRPr>
            </a:lvl4pPr>
            <a:lvl5pPr>
              <a:lnSpc>
                <a:spcPct val="115000"/>
              </a:lnSpc>
              <a:spcBef>
                <a:spcPts val="0"/>
              </a:spcBef>
              <a:spcAft>
                <a:spcPts val="0"/>
              </a:spcAft>
              <a:buClr>
                <a:schemeClr val="lt1"/>
              </a:buClr>
              <a:buSzPts val="1700"/>
              <a:buNone/>
              <a:defRPr sz="1700">
                <a:solidFill>
                  <a:schemeClr val="lt1"/>
                </a:solidFill>
              </a:defRPr>
            </a:lvl5pPr>
            <a:lvl6pPr>
              <a:lnSpc>
                <a:spcPct val="115000"/>
              </a:lnSpc>
              <a:spcBef>
                <a:spcPts val="0"/>
              </a:spcBef>
              <a:spcAft>
                <a:spcPts val="0"/>
              </a:spcAft>
              <a:buClr>
                <a:schemeClr val="lt1"/>
              </a:buClr>
              <a:buSzPts val="1700"/>
              <a:buNone/>
              <a:defRPr sz="1700">
                <a:solidFill>
                  <a:schemeClr val="lt1"/>
                </a:solidFill>
              </a:defRPr>
            </a:lvl6pPr>
            <a:lvl7pPr>
              <a:lnSpc>
                <a:spcPct val="115000"/>
              </a:lnSpc>
              <a:spcBef>
                <a:spcPts val="0"/>
              </a:spcBef>
              <a:spcAft>
                <a:spcPts val="0"/>
              </a:spcAft>
              <a:buClr>
                <a:schemeClr val="lt1"/>
              </a:buClr>
              <a:buSzPts val="1700"/>
              <a:buNone/>
              <a:defRPr sz="1700">
                <a:solidFill>
                  <a:schemeClr val="lt1"/>
                </a:solidFill>
              </a:defRPr>
            </a:lvl7pPr>
            <a:lvl8pPr>
              <a:lnSpc>
                <a:spcPct val="115000"/>
              </a:lnSpc>
              <a:spcBef>
                <a:spcPts val="0"/>
              </a:spcBef>
              <a:spcAft>
                <a:spcPts val="0"/>
              </a:spcAft>
              <a:buClr>
                <a:schemeClr val="lt1"/>
              </a:buClr>
              <a:buSzPts val="1700"/>
              <a:buNone/>
              <a:defRPr sz="1700">
                <a:solidFill>
                  <a:schemeClr val="lt1"/>
                </a:solidFill>
              </a:defRPr>
            </a:lvl8pPr>
            <a:lvl9pPr>
              <a:lnSpc>
                <a:spcPct val="115000"/>
              </a:lnSpc>
              <a:spcBef>
                <a:spcPts val="0"/>
              </a:spcBef>
              <a:spcAft>
                <a:spcPts val="0"/>
              </a:spcAft>
              <a:buClr>
                <a:schemeClr val="lt1"/>
              </a:buClr>
              <a:buSzPts val="1700"/>
              <a:buNone/>
              <a:defRPr sz="1700">
                <a:solidFill>
                  <a:schemeClr val="lt1"/>
                </a:solidFill>
              </a:defRPr>
            </a:lvl9pPr>
          </a:lstStyle>
          <a:p xmlns:a="http://schemas.openxmlformats.org/drawingml/2006/main"/>
        </p:txBody>
      </p:sp>
    </p:spTree>
  </p:cSld>
</p:sldLayout>
</file>

<file path=ppt/slideLayouts/slideLayout13.xml><?xml version="1.0" encoding="utf-8"?>
<p:sldLayout xmlns:p="http://schemas.openxmlformats.org/presentationml/2006/main" matchingName="Слайд КОД+ТЕКСТ 1">
  <p:cSld name="CUSTOM_4">
    <p:spTree>
      <p:nvGrpSpPr>
        <p:cNvPr id="1" name=""/>
        <p:cNvGrpSpPr/>
        <p:nvPr/>
      </p:nvGrpSpPr>
      <p:grpSpPr>
        <a:xfrm xmlns:a="http://schemas.openxmlformats.org/drawingml/2006/main"/>
      </p:grpSpPr>
      <p:sp>
        <p:nvSpPr>
          <p:cNvPr id="56" name="Google Shape;56;p14">
            <a:extLst xmlns:a="http://schemas.openxmlformats.org/drawingml/2006/main">
              <a:ext uri="{FF2B5EF4-FFF2-40B4-BE49-F238E27FC236}">
                <a16:creationId xmlns:a16="http://schemas.microsoft.com/office/drawing/2014/main" id="{B79CEE8C-8C27-42F3-B41F-714E6A17442B}"/>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57" name="Google Shape;57;p14">
            <a:extLst xmlns:a="http://schemas.openxmlformats.org/drawingml/2006/main">
              <a:ext uri="{FF2B5EF4-FFF2-40B4-BE49-F238E27FC236}">
                <a16:creationId xmlns:a16="http://schemas.microsoft.com/office/drawing/2014/main" id="{5ECA8490-8507-47A8-995A-542FD6FE6374}"/>
              </a:ext>
            </a:extLst>
          </p:cNvPr>
          <p:cNvSpPr>
            <a:spLocks xmlns:a="http://schemas.openxmlformats.org/drawingml/2006/main" noGrp="1"/>
          </p:cNvSpPr>
          <p:nvPr>
            <p:ph type="subTitle" idx="1"/>
          </p:nvPr>
        </p:nvSpPr>
        <p:spPr>
          <a:xfrm xmlns:a="http://schemas.openxmlformats.org/drawingml/2006/main">
            <a:off x="544050" y="1350425"/>
            <a:ext cx="5316300" cy="904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2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B18D723A-5A67-45E5-AC7E-372149088117}"/>
              </a:ext>
            </a:extLst>
          </p:cNvPr>
          <p:cNvSpPr>
            <a:spLocks xmlns:a="http://schemas.openxmlformats.org/drawingml/2006/main" noGrp="1"/>
          </p:cNvSpPr>
          <p:nvPr/>
        </p:nvSpPr>
        <p:spPr>
          <a:xfrm xmlns:a="http://schemas.openxmlformats.org/drawingml/2006/main">
            <a:off x="606200" y="2144231"/>
            <a:ext cx="7938600" cy="2464500"/>
          </a:xfrm>
          <a:prstGeom xmlns:a="http://schemas.openxmlformats.org/drawingml/2006/main" prst="rect">
            <a:avLst/>
          </a:prstGeom>
          <a:solidFill xmlns:a="http://schemas.openxmlformats.org/drawingml/2006/main">
            <a:srgbClr val="FBFBF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 name="Google Shape;59;p14">
            <a:extLst xmlns:a="http://schemas.openxmlformats.org/drawingml/2006/main">
              <a:ext uri="{FF2B5EF4-FFF2-40B4-BE49-F238E27FC236}">
                <a16:creationId xmlns:a16="http://schemas.microsoft.com/office/drawing/2014/main" id="{410C1DFD-A698-4FED-BB79-F0A7CB4DCEF0}"/>
              </a:ext>
            </a:extLst>
          </p:cNvPr>
          <p:cNvSpPr>
            <a:spLocks xmlns:a="http://schemas.openxmlformats.org/drawingml/2006/main" noGrp="1"/>
          </p:cNvSpPr>
          <p:nvPr>
            <p:ph type="subTitle" idx="2"/>
          </p:nvPr>
        </p:nvSpPr>
        <p:spPr>
          <a:xfrm xmlns:a="http://schemas.openxmlformats.org/drawingml/2006/main">
            <a:off x="795050" y="2220038"/>
            <a:ext cx="7568100" cy="2363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300"/>
              <a:buFont typeface="Courier New"/>
              <a:buNone/>
              <a:defRPr sz="1300">
                <a:latin typeface="Courier New"/>
                <a:ea typeface="Courier New"/>
                <a:cs typeface="Courier New"/>
              </a:defRPr>
            </a:lvl1pPr>
            <a:lvl2pPr>
              <a:lnSpc>
                <a:spcPct val="115000"/>
              </a:lnSpc>
              <a:spcBef>
                <a:spcPts val="0"/>
              </a:spcBef>
              <a:spcAft>
                <a:spcPts val="0"/>
              </a:spcAft>
              <a:buSzPts val="1700"/>
              <a:buNone/>
              <a:defRPr sz="1700"/>
            </a:lvl2pPr>
            <a:lvl3pPr>
              <a:lnSpc>
                <a:spcPct val="115000"/>
              </a:lnSpc>
              <a:spcBef>
                <a:spcPts val="0"/>
              </a:spcBef>
              <a:spcAft>
                <a:spcPts val="0"/>
              </a:spcAft>
              <a:buSzPts val="1700"/>
              <a:buNone/>
              <a:defRPr sz="1700"/>
            </a:lvl3pPr>
            <a:lvl4pPr>
              <a:lnSpc>
                <a:spcPct val="115000"/>
              </a:lnSpc>
              <a:spcBef>
                <a:spcPts val="0"/>
              </a:spcBef>
              <a:spcAft>
                <a:spcPts val="0"/>
              </a:spcAft>
              <a:buSzPts val="1700"/>
              <a:buNone/>
              <a:defRPr sz="1700"/>
            </a:lvl4pPr>
            <a:lvl5pPr>
              <a:lnSpc>
                <a:spcPct val="115000"/>
              </a:lnSpc>
              <a:spcBef>
                <a:spcPts val="0"/>
              </a:spcBef>
              <a:spcAft>
                <a:spcPts val="0"/>
              </a:spcAft>
              <a:buSzPts val="1700"/>
              <a:buNone/>
              <a:defRPr sz="1700"/>
            </a:lvl5pPr>
            <a:lvl6pPr>
              <a:lnSpc>
                <a:spcPct val="115000"/>
              </a:lnSpc>
              <a:spcBef>
                <a:spcPts val="0"/>
              </a:spcBef>
              <a:spcAft>
                <a:spcPts val="0"/>
              </a:spcAft>
              <a:buSzPts val="1700"/>
              <a:buNone/>
              <a:defRPr sz="1700"/>
            </a:lvl6pPr>
            <a:lvl7pPr>
              <a:lnSpc>
                <a:spcPct val="115000"/>
              </a:lnSpc>
              <a:spcBef>
                <a:spcPts val="0"/>
              </a:spcBef>
              <a:spcAft>
                <a:spcPts val="0"/>
              </a:spcAft>
              <a:buSzPts val="1700"/>
              <a:buNone/>
              <a:defRPr sz="1700"/>
            </a:lvl7pPr>
            <a:lvl8pPr>
              <a:lnSpc>
                <a:spcPct val="115000"/>
              </a:lnSpc>
              <a:spcBef>
                <a:spcPts val="0"/>
              </a:spcBef>
              <a:spcAft>
                <a:spcPts val="0"/>
              </a:spcAft>
              <a:buSzPts val="1700"/>
              <a:buNone/>
              <a:defRPr sz="1700"/>
            </a:lvl8pPr>
            <a:lvl9pPr>
              <a:lnSpc>
                <a:spcPct val="115000"/>
              </a:lnSpc>
              <a:spcBef>
                <a:spcPts val="0"/>
              </a:spcBef>
              <a:spcAft>
                <a:spcPts val="0"/>
              </a:spcAft>
              <a:buSzPts val="1700"/>
              <a:buNone/>
              <a:defRPr sz="1700"/>
            </a:lvl9pPr>
          </a:lstStyle>
          <a:p xmlns:a="http://schemas.openxmlformats.org/drawingml/2006/main"/>
        </p:txBody>
      </p:sp>
    </p:spTree>
  </p:cSld>
</p:sldLayout>
</file>

<file path=ppt/slideLayouts/slideLayout14.xml><?xml version="1.0" encoding="utf-8"?>
<p:sldLayout xmlns:p="http://schemas.openxmlformats.org/presentationml/2006/main" matchingName="Слайд КОД+ТЕКСТ 2">
  <p:cSld name="CUSTOM_4_1">
    <p:spTree>
      <p:nvGrpSpPr>
        <p:cNvPr id="1" name=""/>
        <p:cNvGrpSpPr/>
        <p:nvPr/>
      </p:nvGrpSpPr>
      <p:grpSpPr>
        <a:xfrm xmlns:a="http://schemas.openxmlformats.org/drawingml/2006/main"/>
      </p:grpSpPr>
      <p:sp>
        <p:nvSpPr>
          <p:cNvPr id="61" name="Google Shape;61;p15">
            <a:extLst xmlns:a="http://schemas.openxmlformats.org/drawingml/2006/main">
              <a:ext uri="{FF2B5EF4-FFF2-40B4-BE49-F238E27FC236}">
                <a16:creationId xmlns:a16="http://schemas.microsoft.com/office/drawing/2014/main" id="{0CE4E564-3D3C-47B2-8BC2-4C5DFB171533}"/>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62" name="Google Shape;62;p15">
            <a:extLst xmlns:a="http://schemas.openxmlformats.org/drawingml/2006/main">
              <a:ext uri="{FF2B5EF4-FFF2-40B4-BE49-F238E27FC236}">
                <a16:creationId xmlns:a16="http://schemas.microsoft.com/office/drawing/2014/main" id="{8F550674-D3A8-4CBC-8EE3-CD173982227D}"/>
              </a:ext>
            </a:extLst>
          </p:cNvPr>
          <p:cNvSpPr>
            <a:spLocks xmlns:a="http://schemas.openxmlformats.org/drawingml/2006/main" noGrp="1"/>
          </p:cNvSpPr>
          <p:nvPr/>
        </p:nvSpPr>
        <p:spPr>
          <a:xfrm xmlns:a="http://schemas.openxmlformats.org/drawingml/2006/main">
            <a:off x="362300" y="1384249"/>
            <a:ext cx="4748700" cy="3393300"/>
          </a:xfrm>
          <a:prstGeom xmlns:a="http://schemas.openxmlformats.org/drawingml/2006/main" prst="rect">
            <a:avLst/>
          </a:prstGeom>
          <a:solidFill xmlns:a="http://schemas.openxmlformats.org/drawingml/2006/main">
            <a:srgbClr val="FBFBF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 name="Google Shape;63;p15">
            <a:extLst xmlns:a="http://schemas.openxmlformats.org/drawingml/2006/main">
              <a:ext uri="{FF2B5EF4-FFF2-40B4-BE49-F238E27FC236}">
                <a16:creationId xmlns:a16="http://schemas.microsoft.com/office/drawing/2014/main" id="{4E96609A-C630-4531-A385-F10C1BABF573}"/>
              </a:ext>
            </a:extLst>
          </p:cNvPr>
          <p:cNvSpPr>
            <a:spLocks xmlns:a="http://schemas.openxmlformats.org/drawingml/2006/main" noGrp="1"/>
          </p:cNvSpPr>
          <p:nvPr>
            <p:ph type="subTitle" idx="1"/>
          </p:nvPr>
        </p:nvSpPr>
        <p:spPr>
          <a:xfrm xmlns:a="http://schemas.openxmlformats.org/drawingml/2006/main">
            <a:off x="500550" y="1474819"/>
            <a:ext cx="4428600" cy="345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300"/>
              <a:buFont typeface="Courier New"/>
              <a:buNone/>
              <a:defRPr sz="1300">
                <a:latin typeface="Courier New"/>
                <a:ea typeface="Courier New"/>
                <a:cs typeface="Courier New"/>
              </a:defRPr>
            </a:lvl1pPr>
            <a:lvl2pPr>
              <a:lnSpc>
                <a:spcPct val="115000"/>
              </a:lnSpc>
              <a:spcBef>
                <a:spcPts val="0"/>
              </a:spcBef>
              <a:spcAft>
                <a:spcPts val="0"/>
              </a:spcAft>
              <a:buSzPts val="1300"/>
              <a:buNone/>
              <a:defRPr sz="1300"/>
            </a:lvl2pPr>
            <a:lvl3pPr>
              <a:lnSpc>
                <a:spcPct val="115000"/>
              </a:lnSpc>
              <a:spcBef>
                <a:spcPts val="0"/>
              </a:spcBef>
              <a:spcAft>
                <a:spcPts val="0"/>
              </a:spcAft>
              <a:buSzPts val="1300"/>
              <a:buNone/>
              <a:defRPr/>
            </a:lvl3pPr>
            <a:lvl4pPr>
              <a:lnSpc>
                <a:spcPct val="115000"/>
              </a:lnSpc>
              <a:spcBef>
                <a:spcPts val="0"/>
              </a:spcBef>
              <a:spcAft>
                <a:spcPts val="0"/>
              </a:spcAft>
              <a:buSzPts val="1300"/>
              <a:buNone/>
              <a:defRPr/>
            </a:lvl4pPr>
            <a:lvl5pPr>
              <a:lnSpc>
                <a:spcPct val="115000"/>
              </a:lnSpc>
              <a:spcBef>
                <a:spcPts val="0"/>
              </a:spcBef>
              <a:spcAft>
                <a:spcPts val="0"/>
              </a:spcAft>
              <a:buSzPts val="1300"/>
              <a:buNone/>
              <a:defRPr/>
            </a:lvl5pPr>
            <a:lvl6pPr>
              <a:lnSpc>
                <a:spcPct val="115000"/>
              </a:lnSpc>
              <a:spcBef>
                <a:spcPts val="0"/>
              </a:spcBef>
              <a:spcAft>
                <a:spcPts val="0"/>
              </a:spcAft>
              <a:buSzPts val="1300"/>
              <a:buNone/>
              <a:defRPr/>
            </a:lvl6pPr>
            <a:lvl7pPr>
              <a:lnSpc>
                <a:spcPct val="115000"/>
              </a:lnSpc>
              <a:spcBef>
                <a:spcPts val="0"/>
              </a:spcBef>
              <a:spcAft>
                <a:spcPts val="0"/>
              </a:spcAft>
              <a:buSzPts val="1300"/>
              <a:buNone/>
              <a:defRPr/>
            </a:lvl7pPr>
            <a:lvl8pPr>
              <a:lnSpc>
                <a:spcPct val="115000"/>
              </a:lnSpc>
              <a:spcBef>
                <a:spcPts val="0"/>
              </a:spcBef>
              <a:spcAft>
                <a:spcPts val="0"/>
              </a:spcAft>
              <a:buSzPts val="1300"/>
              <a:buNone/>
              <a:defRPr/>
            </a:lvl8pPr>
            <a:lvl9pPr>
              <a:lnSpc>
                <a:spcPct val="115000"/>
              </a:lnSpc>
              <a:spcBef>
                <a:spcPts val="0"/>
              </a:spcBef>
              <a:spcAft>
                <a:spcPts val="0"/>
              </a:spcAft>
              <a:buSzPts val="13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31064F37-E1FA-471D-980D-E4BE3D15921B}"/>
              </a:ext>
            </a:extLst>
          </p:cNvPr>
          <p:cNvSpPr>
            <a:spLocks xmlns:a="http://schemas.openxmlformats.org/drawingml/2006/main" noGrp="1"/>
          </p:cNvSpPr>
          <p:nvPr>
            <p:ph type="subTitle" idx="2"/>
          </p:nvPr>
        </p:nvSpPr>
        <p:spPr>
          <a:xfrm xmlns:a="http://schemas.openxmlformats.org/drawingml/2006/main">
            <a:off x="5555275" y="1474819"/>
            <a:ext cx="3151200" cy="32613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2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xmlns:a="http://schemas.openxmlformats.org/drawingml/2006/main"/>
        </p:txBody>
      </p:sp>
    </p:spTree>
  </p:cSld>
</p:sldLayout>
</file>

<file path=ppt/slideLayouts/slideLayout15.xml><?xml version="1.0" encoding="utf-8"?>
<p:sldLayout xmlns:p="http://schemas.openxmlformats.org/presentationml/2006/main" matchingName="блок текст + картинка" type="title">
  <p:cSld name="TITLE">
    <p:spTree>
      <p:nvGrpSpPr>
        <p:cNvPr id="1" name=""/>
        <p:cNvGrpSpPr/>
        <p:nvPr/>
      </p:nvGrpSpPr>
      <p:grpSpPr>
        <a:xfrm xmlns:a="http://schemas.openxmlformats.org/drawingml/2006/main"/>
      </p:grpSpPr>
      <p:sp>
        <p:nvSpPr>
          <p:cNvPr id="70" name="Google Shape;70;p17">
            <a:extLst xmlns:a="http://schemas.openxmlformats.org/drawingml/2006/main">
              <a:ext uri="{FF2B5EF4-FFF2-40B4-BE49-F238E27FC236}">
                <a16:creationId xmlns:a16="http://schemas.microsoft.com/office/drawing/2014/main" id="{B620708B-3318-48B2-87DD-69A7CB8AAD23}"/>
              </a:ext>
            </a:extLst>
          </p:cNvPr>
          <p:cNvSpPr>
            <a:spLocks xmlns:a="http://schemas.openxmlformats.org/drawingml/2006/main" noGrp="1"/>
          </p:cNvSpPr>
          <p:nvPr>
            <p:ph type="title" idx="0"/>
          </p:nvPr>
        </p:nvSpPr>
        <p:spPr>
          <a:xfrm xmlns:a="http://schemas.openxmlformats.org/drawingml/2006/main">
            <a:off x="495300" y="1493850"/>
            <a:ext cx="4424100" cy="21558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lnSpc>
                <a:spcPct val="90000"/>
              </a:lnSpc>
              <a:spcBef>
                <a:spcPts val="0"/>
              </a:spcBef>
              <a:spcAft>
                <a:spcPts val="0"/>
              </a:spcAft>
              <a:buSzPts val="3500"/>
              <a:buNone/>
              <a:defRPr sz="3500"/>
            </a:lvl1pPr>
            <a:lvl2pPr>
              <a:lnSpc>
                <a:spcPct val="90000"/>
              </a:lnSpc>
              <a:spcBef>
                <a:spcPts val="0"/>
              </a:spcBef>
              <a:spcAft>
                <a:spcPts val="0"/>
              </a:spcAft>
              <a:buSzPts val="6000"/>
              <a:buNone/>
              <a:defRPr sz="6000"/>
            </a:lvl2pPr>
            <a:lvl3pPr>
              <a:lnSpc>
                <a:spcPct val="90000"/>
              </a:lnSpc>
              <a:spcBef>
                <a:spcPts val="0"/>
              </a:spcBef>
              <a:spcAft>
                <a:spcPts val="0"/>
              </a:spcAft>
              <a:buSzPts val="6000"/>
              <a:buNone/>
              <a:defRPr sz="6000"/>
            </a:lvl3pPr>
            <a:lvl4pPr>
              <a:lnSpc>
                <a:spcPct val="90000"/>
              </a:lnSpc>
              <a:spcBef>
                <a:spcPts val="0"/>
              </a:spcBef>
              <a:spcAft>
                <a:spcPts val="0"/>
              </a:spcAft>
              <a:buSzPts val="6000"/>
              <a:buNone/>
              <a:defRPr sz="6000"/>
            </a:lvl4pPr>
            <a:lvl5pPr>
              <a:lnSpc>
                <a:spcPct val="90000"/>
              </a:lnSpc>
              <a:spcBef>
                <a:spcPts val="0"/>
              </a:spcBef>
              <a:spcAft>
                <a:spcPts val="0"/>
              </a:spcAft>
              <a:buSzPts val="6000"/>
              <a:buNone/>
              <a:defRPr sz="6000"/>
            </a:lvl5pPr>
            <a:lvl6pPr>
              <a:lnSpc>
                <a:spcPct val="90000"/>
              </a:lnSpc>
              <a:spcBef>
                <a:spcPts val="0"/>
              </a:spcBef>
              <a:spcAft>
                <a:spcPts val="0"/>
              </a:spcAft>
              <a:buSzPts val="6000"/>
              <a:buNone/>
              <a:defRPr sz="6000"/>
            </a:lvl6pPr>
            <a:lvl7pPr>
              <a:lnSpc>
                <a:spcPct val="90000"/>
              </a:lnSpc>
              <a:spcBef>
                <a:spcPts val="0"/>
              </a:spcBef>
              <a:spcAft>
                <a:spcPts val="0"/>
              </a:spcAft>
              <a:buSzPts val="6000"/>
              <a:buNone/>
              <a:defRPr sz="6000"/>
            </a:lvl7pPr>
            <a:lvl8pPr>
              <a:lnSpc>
                <a:spcPct val="90000"/>
              </a:lnSpc>
              <a:spcBef>
                <a:spcPts val="0"/>
              </a:spcBef>
              <a:spcAft>
                <a:spcPts val="0"/>
              </a:spcAft>
              <a:buSzPts val="6000"/>
              <a:buNone/>
              <a:defRPr sz="6000"/>
            </a:lvl8pPr>
            <a:lvl9pPr>
              <a:lnSpc>
                <a:spcPct val="90000"/>
              </a:lnSpc>
              <a:spcBef>
                <a:spcPts val="0"/>
              </a:spcBef>
              <a:spcAft>
                <a:spcPts val="0"/>
              </a:spcAft>
              <a:buSzPts val="6000"/>
              <a:buNone/>
              <a:defRPr sz="6000"/>
            </a:lvl9pPr>
          </a:lstStyle>
          <a:p xmlns:a="http://schemas.openxmlformats.org/drawingml/2006/main"/>
        </p:txBody>
      </p:sp>
      <p:pic>
        <p:nvPicPr>
          <p:cNvPr id="73" name="Google Shape;71;p17"/>
          <p:cNvPicPr>
            <a:picLocks xmlns:a="http://schemas.openxmlformats.org/drawingml/2006/main" noChangeAspect="1"/>
          </p:cNvPicPr>
          <p:nvPr/>
        </p:nvPicPr>
        <p:blipFill>
          <a:blip xmlns:r="http://schemas.openxmlformats.org/officeDocument/2006/relationships" xmlns:a="http://schemas.openxmlformats.org/drawingml/2006/main" r:embed="Rc756619c887e4c52">
            <a:alphaModFix/>
          </a:blip>
          <a:stretch xmlns:a="http://schemas.openxmlformats.org/drawingml/2006/main">
            <a:fillRect l="0" t="0" r="0" b="0"/>
          </a:stretch>
        </p:blipFill>
        <p:spPr>
          <a:xfrm xmlns:a="http://schemas.openxmlformats.org/drawingml/2006/main">
            <a:off x="5283625" y="843000"/>
            <a:ext cx="3457500" cy="3457500"/>
          </a:xfrm>
          <a:prstGeom xmlns:a="http://schemas.openxmlformats.org/drawingml/2006/main" prst="rect">
            <a:avLst/>
          </a:prstGeom>
          <a:ln xmlns:a="http://schemas.openxmlformats.org/drawingml/2006/main">
            <a:noFill/>
          </a:ln>
        </p:spPr>
      </p:pic>
    </p:spTree>
  </p:cSld>
</p:sldLayout>
</file>

<file path=ppt/slideLayouts/slideLayout16.xml><?xml version="1.0" encoding="utf-8"?>
<p:sldLayout xmlns:p="http://schemas.openxmlformats.org/presentationml/2006/main" matchingName="Цитата, фон градиент" type="secHead">
  <p:cSld name="SECTION_HEADER">
    <p:spTree>
      <p:nvGrpSpPr>
        <p:cNvPr id="1" name=""/>
        <p:cNvGrpSpPr/>
        <p:nvPr/>
      </p:nvGrpSpPr>
      <p:grpSpPr>
        <a:xfrm xmlns:a="http://schemas.openxmlformats.org/drawingml/2006/main"/>
      </p:grpSpPr>
      <p:sp>
        <p:nvSpPr>
          <p:cNvPr id="73" name="Google Shape;73;p18">
            <a:extLst xmlns:a="http://schemas.openxmlformats.org/drawingml/2006/main">
              <a:ext uri="{FF2B5EF4-FFF2-40B4-BE49-F238E27FC236}">
                <a16:creationId xmlns:a16="http://schemas.microsoft.com/office/drawing/2014/main" id="{AD814C99-1465-43E3-9AAF-F3795D06EE96}"/>
              </a:ext>
            </a:extLst>
          </p:cNvPr>
          <p:cNvSpPr>
            <a:spLocks xmlns:a="http://schemas.openxmlformats.org/drawingml/2006/main" noGrp="1"/>
          </p:cNvSpPr>
          <p:nvPr>
            <p:ph type="title" idx="0"/>
          </p:nvPr>
        </p:nvSpPr>
        <p:spPr>
          <a:xfrm xmlns:a="http://schemas.openxmlformats.org/drawingml/2006/main">
            <a:off x="604350" y="1999200"/>
            <a:ext cx="7935300" cy="11451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spcBef>
                <a:spcPts val="0"/>
              </a:spcBef>
              <a:spcAft>
                <a:spcPts val="0"/>
              </a:spcAft>
              <a:buClr>
                <a:schemeClr val="lt1"/>
              </a:buClr>
              <a:buSzPts val="4500"/>
              <a:buNone/>
              <a:defRPr sz="4500">
                <a:solidFill>
                  <a:schemeClr val="lt1"/>
                </a:solidFill>
              </a:defRPr>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74" name="Google Shape;74;p18">
            <a:extLst xmlns:a="http://schemas.openxmlformats.org/drawingml/2006/main">
              <a:ext uri="{FF2B5EF4-FFF2-40B4-BE49-F238E27FC236}">
                <a16:creationId xmlns:a16="http://schemas.microsoft.com/office/drawing/2014/main" id="{69A48EC0-4E55-49F3-9A73-635A1024575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этапы процесса">
  <p:cSld name="CUSTOM_5">
    <p:spTree>
      <p:nvGrpSpPr>
        <p:cNvPr id="1" name=""/>
        <p:cNvGrpSpPr/>
        <p:nvPr/>
      </p:nvGrpSpPr>
      <p:grpSpPr>
        <a:xfrm xmlns:a="http://schemas.openxmlformats.org/drawingml/2006/main"/>
      </p:grpSpPr>
      <p:sp>
        <p:nvSpPr>
          <p:cNvPr id="76" name="Google Shape;76;p19">
            <a:extLst xmlns:a="http://schemas.openxmlformats.org/drawingml/2006/main">
              <a:ext uri="{FF2B5EF4-FFF2-40B4-BE49-F238E27FC236}">
                <a16:creationId xmlns:a16="http://schemas.microsoft.com/office/drawing/2014/main" id="{2399B888-4EA8-4CC9-B8B4-A137AB12D5FD}"/>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pic>
        <p:nvPicPr>
          <p:cNvPr id="94" name="Google Shape;77;p19"/>
          <p:cNvPicPr>
            <a:picLocks xmlns:a="http://schemas.openxmlformats.org/drawingml/2006/main" noChangeAspect="1"/>
          </p:cNvPicPr>
          <p:nvPr/>
        </p:nvPicPr>
        <p:blipFill>
          <a:blip xmlns:r="http://schemas.openxmlformats.org/officeDocument/2006/relationships" xmlns:a="http://schemas.openxmlformats.org/drawingml/2006/main" r:embed="R09d6fb99385f4c66">
            <a:alphaModFix/>
          </a:blip>
          <a:stretch xmlns:a="http://schemas.openxmlformats.org/drawingml/2006/main">
            <a:fillRect l="0" t="0" r="0" b="0"/>
          </a:stretch>
        </p:blipFill>
        <p:spPr>
          <a:xfrm xmlns:a="http://schemas.openxmlformats.org/drawingml/2006/main">
            <a:off x="922851" y="1821363"/>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95" name="Google Shape;78;p19"/>
          <p:cNvPicPr>
            <a:picLocks xmlns:a="http://schemas.openxmlformats.org/drawingml/2006/main" noChangeAspect="1"/>
          </p:cNvPicPr>
          <p:nvPr/>
        </p:nvPicPr>
        <p:blipFill>
          <a:blip xmlns:r="http://schemas.openxmlformats.org/officeDocument/2006/relationships" xmlns:a="http://schemas.openxmlformats.org/drawingml/2006/main" r:embed="Rd37575044b6a46c7">
            <a:alphaModFix/>
          </a:blip>
          <a:stretch xmlns:a="http://schemas.openxmlformats.org/drawingml/2006/main">
            <a:fillRect l="0" t="0" r="0" b="0"/>
          </a:stretch>
        </p:blipFill>
        <p:spPr>
          <a:xfrm xmlns:a="http://schemas.openxmlformats.org/drawingml/2006/main">
            <a:off x="2768289"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96" name="Google Shape;79;p19"/>
          <p:cNvPicPr>
            <a:picLocks xmlns:a="http://schemas.openxmlformats.org/drawingml/2006/main" noChangeAspect="1"/>
          </p:cNvPicPr>
          <p:nvPr/>
        </p:nvPicPr>
        <p:blipFill>
          <a:blip xmlns:r="http://schemas.openxmlformats.org/officeDocument/2006/relationships" xmlns:a="http://schemas.openxmlformats.org/drawingml/2006/main" r:embed="R56d2bafed5ff4dd8">
            <a:alphaModFix/>
          </a:blip>
          <a:stretch xmlns:a="http://schemas.openxmlformats.org/drawingml/2006/main">
            <a:fillRect l="0" t="0" r="0" b="0"/>
          </a:stretch>
        </p:blipFill>
        <p:spPr>
          <a:xfrm xmlns:a="http://schemas.openxmlformats.org/drawingml/2006/main">
            <a:off x="4527615"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97" name="Google Shape;80;p19"/>
          <p:cNvPicPr>
            <a:picLocks xmlns:a="http://schemas.openxmlformats.org/drawingml/2006/main" noChangeAspect="1"/>
          </p:cNvPicPr>
          <p:nvPr/>
        </p:nvPicPr>
        <p:blipFill>
          <a:blip xmlns:r="http://schemas.openxmlformats.org/officeDocument/2006/relationships" xmlns:a="http://schemas.openxmlformats.org/drawingml/2006/main" r:embed="Rc09d0fb0b5b745c0">
            <a:alphaModFix/>
          </a:blip>
          <a:stretch xmlns:a="http://schemas.openxmlformats.org/drawingml/2006/main">
            <a:fillRect l="0" t="0" r="0" b="0"/>
          </a:stretch>
        </p:blipFill>
        <p:spPr>
          <a:xfrm xmlns:a="http://schemas.openxmlformats.org/drawingml/2006/main">
            <a:off x="6347001"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sp>
        <p:nvSpPr>
          <p:cNvPr id="81" name="Google Shape;81;p19">
            <a:extLst xmlns:a="http://schemas.openxmlformats.org/drawingml/2006/main">
              <a:ext uri="{FF2B5EF4-FFF2-40B4-BE49-F238E27FC236}">
                <a16:creationId xmlns:a16="http://schemas.microsoft.com/office/drawing/2014/main" id="{073C928B-B512-417A-9908-925B3A36777E}"/>
              </a:ext>
            </a:extLst>
          </p:cNvPr>
          <p:cNvSpPr>
            <a:spLocks xmlns:a="http://schemas.openxmlformats.org/drawingml/2006/main" noGrp="1"/>
          </p:cNvSpPr>
          <p:nvPr/>
        </p:nvSpPr>
        <p:spPr>
          <a:xfrm xmlns:a="http://schemas.openxmlformats.org/drawingml/2006/main">
            <a:off x="1213006" y="1944853"/>
            <a:ext cx="10629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b="1">
                <a:solidFill>
                  <a:srgbClr val="EEEEEE"/>
                </a:solidFill>
                <a:latin typeface="Roboto"/>
                <a:ea typeface="Roboto"/>
                <a:cs typeface="Roboto"/>
              </a:rPr>
              <a:t>Этап 1</a:t>
            </a:r>
            <a:endParaRPr sz="1500" b="1">
              <a:solidFill>
                <a:srgbClr val="EEEEEE"/>
              </a:solidFill>
              <a:latin typeface="Roboto"/>
              <a:ea typeface="Roboto"/>
              <a:cs typeface="Roboto"/>
            </a:endParaRPr>
          </a:p>
        </p:txBody>
      </p:sp>
      <p:sp>
        <p:nvSpPr>
          <p:cNvPr id="82" name="Google Shape;82;p19">
            <a:extLst xmlns:a="http://schemas.openxmlformats.org/drawingml/2006/main">
              <a:ext uri="{FF2B5EF4-FFF2-40B4-BE49-F238E27FC236}">
                <a16:creationId xmlns:a16="http://schemas.microsoft.com/office/drawing/2014/main" id="{6914F864-82A9-469F-8F92-FF01690EFD25}"/>
              </a:ext>
            </a:extLst>
          </p:cNvPr>
          <p:cNvSpPr>
            <a:spLocks xmlns:a="http://schemas.openxmlformats.org/drawingml/2006/main" noGrp="1"/>
          </p:cNvSpPr>
          <p:nvPr/>
        </p:nvSpPr>
        <p:spPr>
          <a:xfrm xmlns:a="http://schemas.openxmlformats.org/drawingml/2006/main">
            <a:off x="3058443" y="1944853"/>
            <a:ext cx="10629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b="1">
                <a:solidFill>
                  <a:srgbClr val="EEEEEE"/>
                </a:solidFill>
                <a:latin typeface="Roboto"/>
                <a:ea typeface="Roboto"/>
                <a:cs typeface="Roboto"/>
              </a:rPr>
              <a:t>Этап 2</a:t>
            </a:r>
            <a:endParaRPr sz="1500" b="1">
              <a:solidFill>
                <a:srgbClr val="EEEEEE"/>
              </a:solidFill>
              <a:latin typeface="Roboto"/>
              <a:ea typeface="Roboto"/>
              <a:cs typeface="Roboto"/>
            </a:endParaRPr>
          </a:p>
        </p:txBody>
      </p:sp>
      <p:sp>
        <p:nvSpPr>
          <p:cNvPr id="83" name="Google Shape;83;p19">
            <a:extLst xmlns:a="http://schemas.openxmlformats.org/drawingml/2006/main">
              <a:ext uri="{FF2B5EF4-FFF2-40B4-BE49-F238E27FC236}">
                <a16:creationId xmlns:a16="http://schemas.microsoft.com/office/drawing/2014/main" id="{0D2E7281-624E-490E-B69A-509A0CBFE911}"/>
              </a:ext>
            </a:extLst>
          </p:cNvPr>
          <p:cNvSpPr>
            <a:spLocks xmlns:a="http://schemas.openxmlformats.org/drawingml/2006/main" noGrp="1"/>
          </p:cNvSpPr>
          <p:nvPr/>
        </p:nvSpPr>
        <p:spPr>
          <a:xfrm xmlns:a="http://schemas.openxmlformats.org/drawingml/2006/main">
            <a:off x="4817770" y="1944853"/>
            <a:ext cx="10629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b="1">
                <a:solidFill>
                  <a:srgbClr val="EEEEEE"/>
                </a:solidFill>
                <a:latin typeface="Roboto"/>
                <a:ea typeface="Roboto"/>
                <a:cs typeface="Roboto"/>
              </a:rPr>
              <a:t>Этап 3</a:t>
            </a:r>
            <a:endParaRPr sz="1500" b="1">
              <a:solidFill>
                <a:srgbClr val="EEEEEE"/>
              </a:solidFill>
              <a:latin typeface="Roboto"/>
              <a:ea typeface="Roboto"/>
              <a:cs typeface="Roboto"/>
            </a:endParaRPr>
          </a:p>
        </p:txBody>
      </p:sp>
      <p:sp>
        <p:nvSpPr>
          <p:cNvPr id="84" name="Google Shape;84;p19">
            <a:extLst xmlns:a="http://schemas.openxmlformats.org/drawingml/2006/main">
              <a:ext uri="{FF2B5EF4-FFF2-40B4-BE49-F238E27FC236}">
                <a16:creationId xmlns:a16="http://schemas.microsoft.com/office/drawing/2014/main" id="{F3105C4E-B942-42A6-B16C-97C722AD61C3}"/>
              </a:ext>
            </a:extLst>
          </p:cNvPr>
          <p:cNvSpPr>
            <a:spLocks xmlns:a="http://schemas.openxmlformats.org/drawingml/2006/main" noGrp="1"/>
          </p:cNvSpPr>
          <p:nvPr/>
        </p:nvSpPr>
        <p:spPr>
          <a:xfrm xmlns:a="http://schemas.openxmlformats.org/drawingml/2006/main">
            <a:off x="6637156" y="1944853"/>
            <a:ext cx="10629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b="1">
                <a:solidFill>
                  <a:srgbClr val="EEEEEE"/>
                </a:solidFill>
                <a:latin typeface="Roboto"/>
                <a:ea typeface="Roboto"/>
                <a:cs typeface="Roboto"/>
              </a:rPr>
              <a:t>Этап 4</a:t>
            </a:r>
            <a:endParaRPr sz="1500" b="1">
              <a:solidFill>
                <a:srgbClr val="EEEEEE"/>
              </a:solidFill>
              <a:latin typeface="Roboto"/>
              <a:ea typeface="Roboto"/>
              <a:cs typeface="Roboto"/>
            </a:endParaRPr>
          </a:p>
        </p:txBody>
      </p:sp>
      <p:sp>
        <p:nvSpPr>
          <p:cNvPr id="85" name="Google Shape;85;p19">
            <a:extLst xmlns:a="http://schemas.openxmlformats.org/drawingml/2006/main">
              <a:ext uri="{FF2B5EF4-FFF2-40B4-BE49-F238E27FC236}">
                <a16:creationId xmlns:a16="http://schemas.microsoft.com/office/drawing/2014/main" id="{202FC0BA-F7E9-4184-819D-EB2F9E47F312}"/>
              </a:ext>
            </a:extLst>
          </p:cNvPr>
          <p:cNvSpPr>
            <a:spLocks xmlns:a="http://schemas.openxmlformats.org/drawingml/2006/main" noGrp="1"/>
          </p:cNvSpPr>
          <p:nvPr/>
        </p:nvSpPr>
        <p:spPr>
          <a:xfrm xmlns:a="http://schemas.openxmlformats.org/drawingml/2006/main">
            <a:off x="982906" y="3241600"/>
            <a:ext cx="1523100" cy="109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15000"/>
              </a:lnSpc>
              <a:spcBef>
                <a:spcPts val="0"/>
              </a:spcBef>
              <a:spcAft>
                <a:spcPts val="0"/>
              </a:spcAft>
              <a:buClr>
                <a:srgbClr val="1A1A1A"/>
              </a:buClr>
              <a:buSzPts val="1900"/>
              <a:buFont typeface="Roboto"/>
              <a:buNone/>
            </a:pPr>
            <a:r>
              <a:rPr sz="900" i="0" u="none" cap="none">
                <a:solidFill>
                  <a:srgbClr val="000000"/>
                </a:solidFill>
                <a:latin typeface="Roboto"/>
                <a:ea typeface="Roboto"/>
                <a:cs typeface="Roboto"/>
              </a:rPr>
              <a:t>Описание данных в виде набора сущностей, отношений между ними, атрибутов сущностей, </a:t>
            </a:r>
            <a:r>
              <a:rPr sz="900">
                <a:solidFill>
                  <a:srgbClr val="000000"/>
                </a:solidFill>
                <a:latin typeface="Roboto"/>
                <a:ea typeface="Roboto"/>
                <a:cs typeface="Roboto"/>
              </a:rPr>
              <a:t> </a:t>
            </a:r>
            <a:r>
              <a:rPr sz="900" i="0" u="none" cap="none">
                <a:solidFill>
                  <a:srgbClr val="000000"/>
                </a:solidFill>
                <a:latin typeface="Roboto"/>
                <a:ea typeface="Roboto"/>
                <a:cs typeface="Roboto"/>
              </a:rPr>
              <a:t>их типов данных, соглашений </a:t>
            </a:r>
            <a:endParaRPr sz="900" i="0" u="none" cap="none">
              <a:solidFill>
                <a:srgbClr val="000000"/>
              </a:solidFill>
              <a:latin typeface="Roboto"/>
              <a:ea typeface="Roboto"/>
              <a:cs typeface="Roboto"/>
            </a:endParaRPr>
          </a:p>
          <a:p xmlns:a="http://schemas.openxmlformats.org/drawingml/2006/main">
            <a:pPr marL="0" marR="0" lvl="0" indent="0" algn="l">
              <a:lnSpc>
                <a:spcPct val="115000"/>
              </a:lnSpc>
              <a:spcBef>
                <a:spcPts val="0"/>
              </a:spcBef>
              <a:spcAft>
                <a:spcPts val="0"/>
              </a:spcAft>
              <a:buClr>
                <a:srgbClr val="1A1A1A"/>
              </a:buClr>
              <a:buSzPts val="1900"/>
              <a:buFont typeface="Roboto"/>
              <a:buNone/>
            </a:pPr>
            <a:r>
              <a:rPr sz="900" i="0" u="none" cap="none">
                <a:solidFill>
                  <a:srgbClr val="000000"/>
                </a:solidFill>
                <a:latin typeface="Roboto"/>
                <a:ea typeface="Roboto"/>
                <a:cs typeface="Roboto"/>
              </a:rPr>
              <a:t>об именовании и правил проверки целостностей </a:t>
            </a:r>
            <a:endParaRPr sz="900">
              <a:solidFill>
                <a:srgbClr val="000000"/>
              </a:solidFill>
              <a:latin typeface="Roboto"/>
              <a:ea typeface="Roboto"/>
              <a:cs typeface="Roboto"/>
            </a:endParaRPr>
          </a:p>
        </p:txBody>
      </p:sp>
      <p:sp>
        <p:nvSpPr>
          <p:cNvPr id="86" name="Google Shape;86;p19">
            <a:extLst xmlns:a="http://schemas.openxmlformats.org/drawingml/2006/main">
              <a:ext uri="{FF2B5EF4-FFF2-40B4-BE49-F238E27FC236}">
                <a16:creationId xmlns:a16="http://schemas.microsoft.com/office/drawing/2014/main" id="{8C42CCCB-91E9-42A6-8B0C-29957EFE9947}"/>
              </a:ext>
            </a:extLst>
          </p:cNvPr>
          <p:cNvSpPr>
            <a:spLocks xmlns:a="http://schemas.openxmlformats.org/drawingml/2006/main" noGrp="1"/>
          </p:cNvSpPr>
          <p:nvPr/>
        </p:nvSpPr>
        <p:spPr>
          <a:xfrm xmlns:a="http://schemas.openxmlformats.org/drawingml/2006/main">
            <a:off x="2828343" y="3241600"/>
            <a:ext cx="1523100" cy="109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15000"/>
              </a:lnSpc>
              <a:spcBef>
                <a:spcPts val="0"/>
              </a:spcBef>
              <a:spcAft>
                <a:spcPts val="0"/>
              </a:spcAft>
              <a:buClr>
                <a:srgbClr val="1A1A1A"/>
              </a:buClr>
              <a:buSzPts val="1900"/>
              <a:buFont typeface="Roboto"/>
              <a:buNone/>
            </a:pPr>
            <a:r>
              <a:rPr sz="900" i="0" u="none" cap="none">
                <a:solidFill>
                  <a:srgbClr val="000000"/>
                </a:solidFill>
                <a:latin typeface="Roboto"/>
                <a:ea typeface="Roboto"/>
                <a:cs typeface="Roboto"/>
              </a:rPr>
              <a:t>Описание данных в виде набора сущностей, отношений между ними, атрибутов сущностей, </a:t>
            </a:r>
            <a:r>
              <a:rPr sz="900">
                <a:solidFill>
                  <a:srgbClr val="000000"/>
                </a:solidFill>
                <a:latin typeface="Roboto"/>
                <a:ea typeface="Roboto"/>
                <a:cs typeface="Roboto"/>
              </a:rPr>
              <a:t> </a:t>
            </a:r>
            <a:r>
              <a:rPr sz="900" i="0" u="none" cap="none">
                <a:solidFill>
                  <a:srgbClr val="000000"/>
                </a:solidFill>
                <a:latin typeface="Roboto"/>
                <a:ea typeface="Roboto"/>
                <a:cs typeface="Roboto"/>
              </a:rPr>
              <a:t>их типов данных, соглашений </a:t>
            </a:r>
            <a:endParaRPr sz="900" i="0" u="none" cap="none">
              <a:solidFill>
                <a:srgbClr val="000000"/>
              </a:solidFill>
              <a:latin typeface="Roboto"/>
              <a:ea typeface="Roboto"/>
              <a:cs typeface="Roboto"/>
            </a:endParaRPr>
          </a:p>
          <a:p xmlns:a="http://schemas.openxmlformats.org/drawingml/2006/main">
            <a:pPr marL="0" marR="0" lvl="0" indent="0" algn="l">
              <a:lnSpc>
                <a:spcPct val="115000"/>
              </a:lnSpc>
              <a:spcBef>
                <a:spcPts val="0"/>
              </a:spcBef>
              <a:spcAft>
                <a:spcPts val="0"/>
              </a:spcAft>
              <a:buClr>
                <a:srgbClr val="1A1A1A"/>
              </a:buClr>
              <a:buSzPts val="1900"/>
              <a:buFont typeface="Roboto"/>
              <a:buNone/>
            </a:pPr>
            <a:r>
              <a:rPr sz="900" i="0" u="none" cap="none">
                <a:solidFill>
                  <a:srgbClr val="000000"/>
                </a:solidFill>
                <a:latin typeface="Roboto"/>
                <a:ea typeface="Roboto"/>
                <a:cs typeface="Roboto"/>
              </a:rPr>
              <a:t>об именовании и правил проверки целостностей </a:t>
            </a:r>
            <a:endParaRPr sz="900">
              <a:solidFill>
                <a:srgbClr val="000000"/>
              </a:solidFill>
              <a:latin typeface="Roboto"/>
              <a:ea typeface="Roboto"/>
              <a:cs typeface="Roboto"/>
            </a:endParaRPr>
          </a:p>
        </p:txBody>
      </p:sp>
      <p:sp>
        <p:nvSpPr>
          <p:cNvPr id="87" name="Google Shape;87;p19">
            <a:extLst xmlns:a="http://schemas.openxmlformats.org/drawingml/2006/main">
              <a:ext uri="{FF2B5EF4-FFF2-40B4-BE49-F238E27FC236}">
                <a16:creationId xmlns:a16="http://schemas.microsoft.com/office/drawing/2014/main" id="{6142F321-B1B2-449A-9707-8744D4482269}"/>
              </a:ext>
            </a:extLst>
          </p:cNvPr>
          <p:cNvSpPr>
            <a:spLocks xmlns:a="http://schemas.openxmlformats.org/drawingml/2006/main" noGrp="1"/>
          </p:cNvSpPr>
          <p:nvPr/>
        </p:nvSpPr>
        <p:spPr>
          <a:xfrm xmlns:a="http://schemas.openxmlformats.org/drawingml/2006/main">
            <a:off x="4587670" y="3241600"/>
            <a:ext cx="1523100" cy="109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15000"/>
              </a:lnSpc>
              <a:spcBef>
                <a:spcPts val="0"/>
              </a:spcBef>
              <a:spcAft>
                <a:spcPts val="0"/>
              </a:spcAft>
              <a:buClr>
                <a:srgbClr val="1A1A1A"/>
              </a:buClr>
              <a:buSzPts val="1900"/>
              <a:buFont typeface="Roboto"/>
              <a:buNone/>
            </a:pPr>
            <a:r>
              <a:rPr sz="900" i="0" u="none" cap="none">
                <a:solidFill>
                  <a:srgbClr val="000000"/>
                </a:solidFill>
                <a:latin typeface="Roboto"/>
                <a:ea typeface="Roboto"/>
                <a:cs typeface="Roboto"/>
              </a:rPr>
              <a:t>Описание данных в виде набора сущностей, отношений между ними, атрибутов сущностей, </a:t>
            </a:r>
            <a:r>
              <a:rPr sz="900">
                <a:solidFill>
                  <a:srgbClr val="000000"/>
                </a:solidFill>
                <a:latin typeface="Roboto"/>
                <a:ea typeface="Roboto"/>
                <a:cs typeface="Roboto"/>
              </a:rPr>
              <a:t> </a:t>
            </a:r>
            <a:r>
              <a:rPr sz="900" i="0" u="none" cap="none">
                <a:solidFill>
                  <a:srgbClr val="000000"/>
                </a:solidFill>
                <a:latin typeface="Roboto"/>
                <a:ea typeface="Roboto"/>
                <a:cs typeface="Roboto"/>
              </a:rPr>
              <a:t>их типов данных, соглашений </a:t>
            </a:r>
            <a:endParaRPr sz="900" i="0" u="none" cap="none">
              <a:solidFill>
                <a:srgbClr val="000000"/>
              </a:solidFill>
              <a:latin typeface="Roboto"/>
              <a:ea typeface="Roboto"/>
              <a:cs typeface="Roboto"/>
            </a:endParaRPr>
          </a:p>
          <a:p xmlns:a="http://schemas.openxmlformats.org/drawingml/2006/main">
            <a:pPr marL="0" marR="0" lvl="0" indent="0" algn="l">
              <a:lnSpc>
                <a:spcPct val="115000"/>
              </a:lnSpc>
              <a:spcBef>
                <a:spcPts val="0"/>
              </a:spcBef>
              <a:spcAft>
                <a:spcPts val="0"/>
              </a:spcAft>
              <a:buClr>
                <a:srgbClr val="1A1A1A"/>
              </a:buClr>
              <a:buSzPts val="1900"/>
              <a:buFont typeface="Roboto"/>
              <a:buNone/>
            </a:pPr>
            <a:r>
              <a:rPr sz="900" i="0" u="none" cap="none">
                <a:solidFill>
                  <a:srgbClr val="000000"/>
                </a:solidFill>
                <a:latin typeface="Roboto"/>
                <a:ea typeface="Roboto"/>
                <a:cs typeface="Roboto"/>
              </a:rPr>
              <a:t>об именовании и правил проверки целостностей </a:t>
            </a:r>
            <a:endParaRPr sz="900">
              <a:solidFill>
                <a:srgbClr val="000000"/>
              </a:solidFill>
              <a:latin typeface="Roboto"/>
              <a:ea typeface="Roboto"/>
              <a:cs typeface="Roboto"/>
            </a:endParaRPr>
          </a:p>
        </p:txBody>
      </p:sp>
      <p:sp>
        <p:nvSpPr>
          <p:cNvPr id="88" name="Google Shape;88;p19">
            <a:extLst xmlns:a="http://schemas.openxmlformats.org/drawingml/2006/main">
              <a:ext uri="{FF2B5EF4-FFF2-40B4-BE49-F238E27FC236}">
                <a16:creationId xmlns:a16="http://schemas.microsoft.com/office/drawing/2014/main" id="{2E9B3608-759E-4BD0-9316-78183F4AF7A4}"/>
              </a:ext>
            </a:extLst>
          </p:cNvPr>
          <p:cNvSpPr>
            <a:spLocks xmlns:a="http://schemas.openxmlformats.org/drawingml/2006/main" noGrp="1"/>
          </p:cNvSpPr>
          <p:nvPr/>
        </p:nvSpPr>
        <p:spPr>
          <a:xfrm xmlns:a="http://schemas.openxmlformats.org/drawingml/2006/main">
            <a:off x="6407056" y="3241600"/>
            <a:ext cx="1523100" cy="109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15000"/>
              </a:lnSpc>
              <a:spcBef>
                <a:spcPts val="0"/>
              </a:spcBef>
              <a:spcAft>
                <a:spcPts val="0"/>
              </a:spcAft>
              <a:buClr>
                <a:srgbClr val="1A1A1A"/>
              </a:buClr>
              <a:buSzPts val="1900"/>
              <a:buFont typeface="Roboto"/>
              <a:buNone/>
            </a:pPr>
            <a:r>
              <a:rPr sz="900" i="0" u="none" cap="none">
                <a:solidFill>
                  <a:srgbClr val="000000"/>
                </a:solidFill>
                <a:latin typeface="Roboto"/>
                <a:ea typeface="Roboto"/>
                <a:cs typeface="Roboto"/>
              </a:rPr>
              <a:t>Описание данных в виде набора сущностей, отношений между ними, атрибутов сущностей, </a:t>
            </a:r>
            <a:r>
              <a:rPr sz="900">
                <a:solidFill>
                  <a:srgbClr val="000000"/>
                </a:solidFill>
                <a:latin typeface="Roboto"/>
                <a:ea typeface="Roboto"/>
                <a:cs typeface="Roboto"/>
              </a:rPr>
              <a:t> </a:t>
            </a:r>
            <a:r>
              <a:rPr sz="900" i="0" u="none" cap="none">
                <a:solidFill>
                  <a:srgbClr val="000000"/>
                </a:solidFill>
                <a:latin typeface="Roboto"/>
                <a:ea typeface="Roboto"/>
                <a:cs typeface="Roboto"/>
              </a:rPr>
              <a:t>их типов данных, соглашений </a:t>
            </a:r>
            <a:endParaRPr sz="900" i="0" u="none" cap="none">
              <a:solidFill>
                <a:srgbClr val="000000"/>
              </a:solidFill>
              <a:latin typeface="Roboto"/>
              <a:ea typeface="Roboto"/>
              <a:cs typeface="Roboto"/>
            </a:endParaRPr>
          </a:p>
          <a:p xmlns:a="http://schemas.openxmlformats.org/drawingml/2006/main">
            <a:pPr marL="0" marR="0" lvl="0" indent="0" algn="l">
              <a:lnSpc>
                <a:spcPct val="115000"/>
              </a:lnSpc>
              <a:spcBef>
                <a:spcPts val="0"/>
              </a:spcBef>
              <a:spcAft>
                <a:spcPts val="0"/>
              </a:spcAft>
              <a:buClr>
                <a:srgbClr val="1A1A1A"/>
              </a:buClr>
              <a:buSzPts val="1900"/>
              <a:buFont typeface="Roboto"/>
              <a:buNone/>
            </a:pPr>
            <a:r>
              <a:rPr sz="900" i="0" u="none" cap="none">
                <a:solidFill>
                  <a:srgbClr val="000000"/>
                </a:solidFill>
                <a:latin typeface="Roboto"/>
                <a:ea typeface="Roboto"/>
                <a:cs typeface="Roboto"/>
              </a:rPr>
              <a:t>об именовании и правил проверки целостностей </a:t>
            </a:r>
            <a:endParaRPr sz="900">
              <a:solidFill>
                <a:srgbClr val="000000"/>
              </a:solidFill>
              <a:latin typeface="Roboto"/>
              <a:ea typeface="Roboto"/>
              <a:cs typeface="Roboto"/>
            </a:endParaRPr>
          </a:p>
        </p:txBody>
      </p:sp>
    </p:spTree>
  </p:cSld>
</p:sldLayout>
</file>

<file path=ppt/slideLayouts/slideLayout18.xml><?xml version="1.0" encoding="utf-8"?>
<p:sldLayout xmlns:p="http://schemas.openxmlformats.org/presentationml/2006/main" matchingName="Список в 2 колонки ">
  <p:cSld name="CUSTOM_8">
    <p:spTree>
      <p:nvGrpSpPr>
        <p:cNvPr id="1" name=""/>
        <p:cNvGrpSpPr/>
        <p:nvPr/>
      </p:nvGrpSpPr>
      <p:grpSpPr>
        <a:xfrm xmlns:a="http://schemas.openxmlformats.org/drawingml/2006/main"/>
      </p:grpSpPr>
      <p:sp>
        <p:nvSpPr>
          <p:cNvPr id="90" name="Google Shape;90;p20">
            <a:extLst xmlns:a="http://schemas.openxmlformats.org/drawingml/2006/main">
              <a:ext uri="{FF2B5EF4-FFF2-40B4-BE49-F238E27FC236}">
                <a16:creationId xmlns:a16="http://schemas.microsoft.com/office/drawing/2014/main" id="{D5E04F39-3BDB-425D-BEF0-BE4CEB939FC6}"/>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graphicFrame>
        <p:nvGraphicFramePr>
          <p:cNvPr id="93" name="Google Shape;91;p20"/>
          <p:cNvGraphicFramePr/>
          <p:nvPr/>
        </p:nvGraphicFramePr>
        <p:xfrm>
          <a:off xmlns:a="http://schemas.openxmlformats.org/drawingml/2006/main" x="655650" y="1745800"/>
          <a:ext xmlns:a="http://schemas.openxmlformats.org/drawingml/2006/main" cx="3000000" cy="3000000"/>
        </p:xfrm>
        <a:graphic xmlns:a="http://schemas.openxmlformats.org/drawingml/2006/main">
          <a:graphicData uri="http://schemas.openxmlformats.org/drawingml/2006/table">
            <a:tbl>
              <a:tblPr>
                <a:tableStyleId>{D74181E7-F95F-4DBE-B985-33ECB7688E48}</a:tableStyleId>
              </a:tblPr>
              <a:tblGrid>
                <a:gridCol w="3800400"/>
                <a:gridCol w="4410000"/>
              </a:tblGrid>
              <a:tr h="479150">
                <a:tc>
                  <a:txBody>
                    <a:bodyPr/>
                    <a:lstStyle/>
                    <a:p>
                      <a:pPr marL="0" lvl="0" indent="0" algn="l">
                        <a:spcBef>
                          <a:spcPts val="0"/>
                        </a:spcBef>
                        <a:spcAft>
                          <a:spcPts val="1000"/>
                        </a:spcAft>
                        <a:buNone/>
                      </a:pPr>
                      <a:r>
                        <a:rPr sz="1700" b="1">
                          <a:solidFill>
                            <a:srgbClr val="9857F3"/>
                          </a:solidFill>
                          <a:latin typeface="Roboto"/>
                          <a:ea typeface="Roboto"/>
                          <a:cs typeface="Roboto"/>
                        </a:rPr>
                        <a:t>1. Описание эксперимента</a:t>
                      </a:r>
                      <a:r>
                        <a:rPr sz="1700" b="1">
                          <a:solidFill>
                            <a:srgbClr val="000000"/>
                          </a:solidFill>
                          <a:latin typeface="Roboto"/>
                          <a:ea typeface="Roboto"/>
                          <a:cs typeface="Roboto"/>
                        </a:rPr>
                        <a:t> </a:t>
                      </a:r>
                      <a:endParaRPr/>
                    </a:p>
                  </a:txBody>
                  <a:tcPr marL="91425" marR="91425" marT="91425" marB="91425">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tcPr>
                </a:tc>
                <a:tc>
                  <a:txBody>
                    <a:bodyPr/>
                    <a:lstStyle/>
                    <a:p>
                      <a:pPr marL="0" lvl="0" indent="0" algn="l">
                        <a:spcBef>
                          <a:spcPts val="0"/>
                        </a:spcBef>
                        <a:spcAft>
                          <a:spcPts val="1000"/>
                        </a:spcAft>
                        <a:buNone/>
                      </a:pPr>
                      <a:r>
                        <a:rPr sz="1700" b="1">
                          <a:solidFill>
                            <a:srgbClr val="9857F3"/>
                          </a:solidFill>
                          <a:latin typeface="Roboto"/>
                          <a:ea typeface="Roboto"/>
                          <a:cs typeface="Roboto"/>
                        </a:rPr>
                        <a:t>2. Технические детали</a:t>
                      </a:r>
                      <a:endParaRPr sz="1700" b="1">
                        <a:solidFill>
                          <a:srgbClr val="9857F3"/>
                        </a:solidFill>
                        <a:latin typeface="Roboto"/>
                        <a:ea typeface="Roboto"/>
                        <a:cs typeface="Roboto"/>
                      </a:endParaRPr>
                    </a:p>
                  </a:txBody>
                  <a:tcPr marL="91425" marR="91425" marT="91425" marB="91425">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tcPr>
                </a:tc>
              </a:tr>
              <a:tr h="1016175">
                <a:tc>
                  <a:txBody>
                    <a:bodyPr/>
                    <a:lstStyle/>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Гипотеза</a:t>
                      </a:r>
                      <a:endParaRPr sz="1500">
                        <a:solidFill>
                          <a:srgbClr val="000000"/>
                        </a:solidFill>
                        <a:latin typeface="Roboto"/>
                        <a:ea typeface="Roboto"/>
                        <a:cs typeface="Roboto"/>
                      </a:endParaRPr>
                    </a:p>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Целевая аудитория</a:t>
                      </a:r>
                      <a:endParaRPr sz="1500">
                        <a:solidFill>
                          <a:srgbClr val="000000"/>
                        </a:solidFill>
                        <a:latin typeface="Roboto"/>
                        <a:ea typeface="Roboto"/>
                        <a:cs typeface="Roboto"/>
                      </a:endParaRPr>
                    </a:p>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Ожидаемый результат</a:t>
                      </a:r>
                      <a:endParaRPr/>
                    </a:p>
                  </a:txBody>
                  <a:tcPr marL="91425" marR="91425" marT="91425" marB="91425">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tcPr>
                </a:tc>
                <a:tc>
                  <a:txBody>
                    <a:bodyPr/>
                    <a:lstStyle/>
                    <a:p>
                      <a:pPr marL="457200" lvl="0" indent="-317500" algn="l">
                        <a:lnSpc>
                          <a:spcPct val="115000"/>
                        </a:lnSpc>
                        <a:spcBef>
                          <a:spcPts val="0"/>
                        </a:spcBef>
                        <a:spcAft>
                          <a:spcPts val="0"/>
                        </a:spcAft>
                        <a:buClr>
                          <a:srgbClr val="000000"/>
                        </a:buClr>
                        <a:buSzPts val="1400"/>
                        <a:buFont typeface="Roboto"/>
                        <a:buChar char="●"/>
                      </a:pPr>
                      <a:r>
                        <a:rPr sz="1700">
                          <a:solidFill>
                            <a:srgbClr val="000000"/>
                          </a:solidFill>
                          <a:latin typeface="Roboto"/>
                          <a:ea typeface="Roboto"/>
                          <a:cs typeface="Roboto"/>
                        </a:rPr>
                        <a:t> </a:t>
                      </a:r>
                      <a:r>
                        <a:rPr sz="1500">
                          <a:solidFill>
                            <a:srgbClr val="000000"/>
                          </a:solidFill>
                          <a:latin typeface="Roboto"/>
                          <a:ea typeface="Roboto"/>
                          <a:cs typeface="Roboto"/>
                        </a:rPr>
                        <a:t>Реализация</a:t>
                      </a:r>
                      <a:endParaRPr sz="1500">
                        <a:solidFill>
                          <a:srgbClr val="000000"/>
                        </a:solidFill>
                        <a:latin typeface="Roboto"/>
                        <a:ea typeface="Roboto"/>
                        <a:cs typeface="Roboto"/>
                      </a:endParaRPr>
                    </a:p>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Настройки</a:t>
                      </a:r>
                      <a:endParaRPr sz="1500">
                        <a:solidFill>
                          <a:srgbClr val="000000"/>
                        </a:solidFill>
                        <a:latin typeface="Roboto"/>
                        <a:ea typeface="Roboto"/>
                        <a:cs typeface="Roboto"/>
                      </a:endParaRPr>
                    </a:p>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Метрики</a:t>
                      </a:r>
                      <a:endParaRPr sz="1500">
                        <a:solidFill>
                          <a:srgbClr val="000000"/>
                        </a:solidFill>
                        <a:latin typeface="Roboto"/>
                        <a:ea typeface="Roboto"/>
                        <a:cs typeface="Roboto"/>
                      </a:endParaRPr>
                    </a:p>
                  </a:txBody>
                  <a:tcPr marL="91425" marR="91425" marT="91425" marB="91425">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tcPr>
                </a:tc>
              </a:tr>
            </a:tbl>
          </a:graphicData>
        </a:graphic>
      </p:graphicFrame>
    </p:spTree>
  </p:cSld>
</p:sldLayout>
</file>

<file path=ppt/slideLayouts/slideLayout19.xml><?xml version="1.0" encoding="utf-8"?>
<p:sldLayout xmlns:p="http://schemas.openxmlformats.org/presentationml/2006/main" matchingName="ссылка на источник">
  <p:cSld name="TITLE_AND_TWO_COLUMNS">
    <p:spTree>
      <p:nvGrpSpPr>
        <p:cNvPr id="1" name=""/>
        <p:cNvGrpSpPr/>
        <p:nvPr/>
      </p:nvGrpSpPr>
      <p:grpSpPr>
        <a:xfrm xmlns:a="http://schemas.openxmlformats.org/drawingml/2006/main"/>
      </p:grpSpPr>
      <p:sp>
        <p:nvSpPr>
          <p:cNvPr id="93" name="Google Shape;93;p21">
            <a:extLst xmlns:a="http://schemas.openxmlformats.org/drawingml/2006/main">
              <a:ext uri="{FF2B5EF4-FFF2-40B4-BE49-F238E27FC236}">
                <a16:creationId xmlns:a16="http://schemas.microsoft.com/office/drawing/2014/main" id="{0F1C8FC4-E13A-4DB0-B12C-89BF54C2EBCC}"/>
              </a:ext>
            </a:extLst>
          </p:cNvPr>
          <p:cNvSpPr>
            <a:spLocks xmlns:a="http://schemas.openxmlformats.org/drawingml/2006/main" noGrp="1"/>
          </p:cNvSpPr>
          <p:nvPr/>
        </p:nvSpPr>
        <p:spPr>
          <a:xfrm xmlns:a="http://schemas.openxmlformats.org/drawingml/2006/main">
            <a:off x="556300" y="4554000"/>
            <a:ext cx="42399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100">
                <a:solidFill>
                  <a:schemeClr val="dk1"/>
                </a:solidFill>
                <a:latin typeface="Roboto"/>
                <a:ea typeface="Roboto"/>
                <a:cs typeface="Roboto"/>
              </a:rPr>
              <a:t>добавьте ссылку на источник</a:t>
            </a:r>
            <a:endParaRPr sz="1100">
              <a:solidFill>
                <a:srgbClr val="013D85"/>
              </a:solidFill>
              <a:latin typeface="Roboto"/>
              <a:ea typeface="Roboto"/>
              <a:cs typeface="Roboto"/>
            </a:endParaRPr>
          </a:p>
        </p:txBody>
      </p:sp>
    </p:spTree>
  </p:cSld>
</p:sldLayout>
</file>

<file path=ppt/slideLayouts/slideLayout20.xml><?xml version="1.0" encoding="utf-8"?>
<p:sldLayout xmlns:p="http://schemas.openxmlformats.org/presentationml/2006/main" matchingName="Слайд с подтемой">
  <p:cSld name="MAIN_POINT">
    <p:spTree>
      <p:nvGrpSpPr>
        <p:cNvPr id="1" name=""/>
        <p:cNvGrpSpPr/>
        <p:nvPr/>
      </p:nvGrpSpPr>
      <p:grpSpPr>
        <a:xfrm xmlns:a="http://schemas.openxmlformats.org/drawingml/2006/main"/>
      </p:grpSpPr>
      <p:sp>
        <p:nvSpPr>
          <p:cNvPr id="95" name="Google Shape;95;p22">
            <a:extLst xmlns:a="http://schemas.openxmlformats.org/drawingml/2006/main">
              <a:ext uri="{FF2B5EF4-FFF2-40B4-BE49-F238E27FC236}">
                <a16:creationId xmlns:a16="http://schemas.microsoft.com/office/drawing/2014/main" id="{7690FADE-01A9-4811-8345-8D0F68C15E6D}"/>
              </a:ext>
            </a:extLst>
          </p:cNvPr>
          <p:cNvSpPr>
            <a:spLocks xmlns:a="http://schemas.openxmlformats.org/drawingml/2006/main" noGrp="1"/>
          </p:cNvSpPr>
          <p:nvPr>
            <p:ph type="title" idx="0"/>
          </p:nvPr>
        </p:nvSpPr>
        <p:spPr>
          <a:xfrm xmlns:a="http://schemas.openxmlformats.org/drawingml/2006/main">
            <a:off x="651425" y="396394"/>
            <a:ext cx="7706100" cy="40908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spcBef>
                <a:spcPts val="0"/>
              </a:spcBef>
              <a:spcAft>
                <a:spcPts val="0"/>
              </a:spcAft>
              <a:buSzPts val="4600"/>
              <a:buNone/>
              <a:defRPr sz="4600"/>
            </a:lvl1pPr>
            <a:lvl2pPr>
              <a:spcBef>
                <a:spcPts val="0"/>
              </a:spcBef>
              <a:spcAft>
                <a:spcPts val="0"/>
              </a:spcAft>
              <a:buSzPts val="5000"/>
              <a:buNone/>
              <a:defRPr sz="5000"/>
            </a:lvl2pPr>
            <a:lvl3pPr>
              <a:spcBef>
                <a:spcPts val="0"/>
              </a:spcBef>
              <a:spcAft>
                <a:spcPts val="0"/>
              </a:spcAft>
              <a:buSzPts val="5000"/>
              <a:buNone/>
              <a:defRPr sz="5000"/>
            </a:lvl3pPr>
            <a:lvl4pPr>
              <a:spcBef>
                <a:spcPts val="0"/>
              </a:spcBef>
              <a:spcAft>
                <a:spcPts val="0"/>
              </a:spcAft>
              <a:buSzPts val="5000"/>
              <a:buNone/>
              <a:defRPr sz="5000"/>
            </a:lvl4pPr>
            <a:lvl5pPr>
              <a:spcBef>
                <a:spcPts val="0"/>
              </a:spcBef>
              <a:spcAft>
                <a:spcPts val="0"/>
              </a:spcAft>
              <a:buSzPts val="5000"/>
              <a:buNone/>
              <a:defRPr sz="5000"/>
            </a:lvl5pPr>
            <a:lvl6pPr>
              <a:spcBef>
                <a:spcPts val="0"/>
              </a:spcBef>
              <a:spcAft>
                <a:spcPts val="0"/>
              </a:spcAft>
              <a:buSzPts val="5000"/>
              <a:buNone/>
              <a:defRPr sz="5000"/>
            </a:lvl6pPr>
            <a:lvl7pPr>
              <a:spcBef>
                <a:spcPts val="0"/>
              </a:spcBef>
              <a:spcAft>
                <a:spcPts val="0"/>
              </a:spcAft>
              <a:buSzPts val="5000"/>
              <a:buNone/>
              <a:defRPr sz="5000"/>
            </a:lvl7pPr>
            <a:lvl8pPr>
              <a:spcBef>
                <a:spcPts val="0"/>
              </a:spcBef>
              <a:spcAft>
                <a:spcPts val="0"/>
              </a:spcAft>
              <a:buSzPts val="5000"/>
              <a:buNone/>
              <a:defRPr sz="5000"/>
            </a:lvl8pPr>
            <a:lvl9pPr>
              <a:spcBef>
                <a:spcPts val="0"/>
              </a:spcBef>
              <a:spcAft>
                <a:spcPts val="0"/>
              </a:spcAft>
              <a:buSzPts val="5000"/>
              <a:buNone/>
              <a:defRPr sz="5000"/>
            </a:lvl9pPr>
          </a:lstStyle>
          <a:p xmlns:a="http://schemas.openxmlformats.org/drawingml/2006/main"/>
        </p:txBody>
      </p:sp>
    </p:spTree>
  </p:cSld>
</p:sldLayout>
</file>

<file path=ppt/slideLayouts/slideLayout21.xml><?xml version="1.0" encoding="utf-8"?>
<p:sldLayout xmlns:p="http://schemas.openxmlformats.org/presentationml/2006/main" matchingName="Таблица ">
  <p:cSld name="CUSTOM_1">
    <p:spTree>
      <p:nvGrpSpPr>
        <p:cNvPr id="1" name=""/>
        <p:cNvGrpSpPr/>
        <p:nvPr/>
      </p:nvGrpSpPr>
      <p:grpSpPr>
        <a:xfrm xmlns:a="http://schemas.openxmlformats.org/drawingml/2006/main"/>
      </p:grpSpPr>
      <p:sp>
        <p:nvSpPr>
          <p:cNvPr id="97" name="Google Shape;97;p23">
            <a:extLst xmlns:a="http://schemas.openxmlformats.org/drawingml/2006/main">
              <a:ext uri="{FF2B5EF4-FFF2-40B4-BE49-F238E27FC236}">
                <a16:creationId xmlns:a16="http://schemas.microsoft.com/office/drawing/2014/main" id="{10127F0F-DDDF-49F2-A1BE-C38CD67EAE25}"/>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graphicFrame>
        <p:nvGraphicFramePr>
          <p:cNvPr id="100" name="Google Shape;98;p23"/>
          <p:cNvGraphicFramePr/>
          <p:nvPr/>
        </p:nvGraphicFramePr>
        <p:xfrm>
          <a:off xmlns:a="http://schemas.openxmlformats.org/drawingml/2006/main" x="608700" y="1593650"/>
          <a:ext xmlns:a="http://schemas.openxmlformats.org/drawingml/2006/main" cx="3000000" cy="3000000"/>
        </p:xfrm>
        <a:graphic xmlns:a="http://schemas.openxmlformats.org/drawingml/2006/main">
          <a:graphicData uri="http://schemas.openxmlformats.org/drawingml/2006/table">
            <a:tbl>
              <a:tblPr>
                <a:tableStyleId>{D74181E7-F95F-4DBE-B985-33ECB7688E48}</a:tableStyleId>
              </a:tblPr>
              <a:tblGrid>
                <a:gridCol w="395875"/>
                <a:gridCol w="2403400"/>
                <a:gridCol w="2684725"/>
                <a:gridCol w="2477150"/>
              </a:tblGrid>
              <a:tr h="706100">
                <a:tc>
                  <a:txBody>
                    <a:bodyPr/>
                    <a:lstStyle/>
                    <a:p>
                      <a:pPr marL="0" lvl="0" indent="0" algn="l">
                        <a:spcBef>
                          <a:spcPts val="0"/>
                        </a:spcBef>
                        <a:spcAft>
                          <a:spcPts val="0"/>
                        </a:spcAft>
                        <a:buNone/>
                      </a:pPr>
                      <a:r>
                        <a:t/>
                      </a:r>
                      <a:endParaRPr sz="1600" b="1">
                        <a:solidFill>
                          <a:srgbClr val="4811C5"/>
                        </a:solidFill>
                        <a:latin typeface="Roboto"/>
                        <a:ea typeface="Roboto"/>
                        <a:cs typeface="Roboto"/>
                      </a:endParaRPr>
                    </a:p>
                  </a:txBody>
                  <a:tcPr marL="91425" marR="91425" marT="91425" marB="91425"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FFFFFF"/>
                    </a:solidFill>
                  </a:tcPr>
                </a:tc>
                <a:tc>
                  <a:txBody>
                    <a:bodyPr/>
                    <a:lstStyle/>
                    <a:p>
                      <a:pPr marL="0" lvl="0" indent="0" algn="l">
                        <a:spcBef>
                          <a:spcPts val="0"/>
                        </a:spcBef>
                        <a:spcAft>
                          <a:spcPts val="0"/>
                        </a:spcAft>
                        <a:buNone/>
                      </a:pPr>
                      <a:r>
                        <a:rPr sz="1600" b="1">
                          <a:solidFill>
                            <a:srgbClr val="9857F3"/>
                          </a:solidFill>
                          <a:latin typeface="Roboto"/>
                          <a:ea typeface="Roboto"/>
                          <a:cs typeface="Roboto"/>
                        </a:rPr>
                        <a:t>Название столбца</a:t>
                      </a:r>
                      <a:endParaRPr sz="1600" b="1">
                        <a:solidFill>
                          <a:srgbClr val="9857F3"/>
                        </a:solidFill>
                        <a:latin typeface="Roboto"/>
                        <a:ea typeface="Roboto"/>
                        <a:cs typeface="Roboto"/>
                      </a:endParaRPr>
                    </a:p>
                  </a:txBody>
                  <a:tcPr marL="91425" marR="91425" marT="91425" marB="91425"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FFFFFF"/>
                    </a:solidFill>
                  </a:tcPr>
                </a:tc>
                <a:tc>
                  <a:txBody>
                    <a:bodyPr/>
                    <a:lstStyle/>
                    <a:p>
                      <a:pPr marL="0" lvl="0" indent="0" algn="l">
                        <a:spcBef>
                          <a:spcPts val="0"/>
                        </a:spcBef>
                        <a:spcAft>
                          <a:spcPts val="0"/>
                        </a:spcAft>
                        <a:buClr>
                          <a:srgbClr val="000000"/>
                        </a:buClr>
                        <a:buSzPts val="1100"/>
                        <a:buFont typeface="Arial"/>
                        <a:buNone/>
                      </a:pPr>
                      <a:r>
                        <a:rPr sz="1600" b="1">
                          <a:solidFill>
                            <a:srgbClr val="9857F3"/>
                          </a:solidFill>
                          <a:latin typeface="Roboto"/>
                          <a:ea typeface="Roboto"/>
                          <a:cs typeface="Roboto"/>
                        </a:rPr>
                        <a:t>Название столбца</a:t>
                      </a:r>
                      <a:endParaRPr sz="1600" b="1">
                        <a:solidFill>
                          <a:srgbClr val="9857F3"/>
                        </a:solidFill>
                        <a:latin typeface="Roboto"/>
                        <a:ea typeface="Roboto"/>
                        <a:cs typeface="Roboto"/>
                      </a:endParaRPr>
                    </a:p>
                  </a:txBody>
                  <a:tcPr marL="91425" marR="91425" marT="91425" marB="91425"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FFFFFF"/>
                    </a:solidFill>
                  </a:tcPr>
                </a:tc>
                <a:tc>
                  <a:txBody>
                    <a:bodyPr/>
                    <a:lstStyle/>
                    <a:p>
                      <a:pPr marL="0" lvl="0" indent="0" algn="l">
                        <a:spcBef>
                          <a:spcPts val="0"/>
                        </a:spcBef>
                        <a:spcAft>
                          <a:spcPts val="0"/>
                        </a:spcAft>
                        <a:buClr>
                          <a:srgbClr val="000000"/>
                        </a:buClr>
                        <a:buSzPts val="1100"/>
                        <a:buFont typeface="Arial"/>
                        <a:buNone/>
                      </a:pPr>
                      <a:r>
                        <a:rPr sz="1600" b="1">
                          <a:solidFill>
                            <a:srgbClr val="9857F3"/>
                          </a:solidFill>
                          <a:latin typeface="Roboto"/>
                          <a:ea typeface="Roboto"/>
                          <a:cs typeface="Roboto"/>
                        </a:rPr>
                        <a:t>Название столбца</a:t>
                      </a:r>
                      <a:endParaRPr sz="1600" b="1">
                        <a:solidFill>
                          <a:srgbClr val="9857F3"/>
                        </a:solidFill>
                        <a:latin typeface="Roboto"/>
                        <a:ea typeface="Roboto"/>
                        <a:cs typeface="Roboto"/>
                      </a:endParaRPr>
                    </a:p>
                  </a:txBody>
                  <a:tcPr marL="91425" marR="91425" marT="91425" marB="91425"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FFFFFF"/>
                    </a:solidFill>
                  </a:tcPr>
                </a:tc>
              </a:tr>
              <a:tr h="420325">
                <a:tc>
                  <a:txBody>
                    <a:bodyPr/>
                    <a:lstStyle/>
                    <a:p>
                      <a:pPr marL="0" lvl="0" indent="0" algn="l">
                        <a:spcBef>
                          <a:spcPts val="0"/>
                        </a:spcBef>
                        <a:spcAft>
                          <a:spcPts val="0"/>
                        </a:spcAft>
                        <a:buNone/>
                      </a:pPr>
                      <a:r>
                        <a:rPr b="1">
                          <a:solidFill>
                            <a:srgbClr val="9857F3"/>
                          </a:solidFill>
                          <a:latin typeface="Roboto"/>
                          <a:ea typeface="Roboto"/>
                          <a:cs typeface="Roboto"/>
                        </a:rPr>
                        <a:t>1.</a:t>
                      </a:r>
                      <a:endParaRPr b="1">
                        <a:solidFill>
                          <a:srgbClr val="9857F3"/>
                        </a:solidFill>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rPr sz="1300">
                          <a:solidFill>
                            <a:srgbClr val="000000"/>
                          </a:solidFill>
                          <a:latin typeface="Roboto"/>
                          <a:ea typeface="Roboto"/>
                          <a:cs typeface="Roboto"/>
                        </a:rPr>
                        <a:t>Текст нежирным шрифтом</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rPr sz="1300">
                          <a:solidFill>
                            <a:srgbClr val="000000"/>
                          </a:solidFill>
                          <a:latin typeface="Roboto"/>
                          <a:ea typeface="Roboto"/>
                          <a:cs typeface="Roboto"/>
                        </a:rPr>
                        <a:t>Текст нежирным шрифтом</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Clr>
                          <a:srgbClr val="000000"/>
                        </a:buClr>
                        <a:buSzPts val="1100"/>
                        <a:buFont typeface="Arial"/>
                        <a:buNone/>
                      </a:pPr>
                      <a:r>
                        <a:rPr sz="1300">
                          <a:solidFill>
                            <a:srgbClr val="000000"/>
                          </a:solidFill>
                          <a:latin typeface="Roboto"/>
                          <a:ea typeface="Roboto"/>
                          <a:cs typeface="Roboto"/>
                        </a:rPr>
                        <a:t>Текст нежирным шрифтом</a:t>
                      </a:r>
                      <a:endParaRPr sz="1300">
                        <a:solidFill>
                          <a:srgbClr val="000000"/>
                        </a:solidFill>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20325">
                <a:tc>
                  <a:txBody>
                    <a:bodyPr/>
                    <a:lstStyle/>
                    <a:p>
                      <a:pPr marL="0" lvl="0" indent="0" algn="l">
                        <a:spcBef>
                          <a:spcPts val="0"/>
                        </a:spcBef>
                        <a:spcAft>
                          <a:spcPts val="0"/>
                        </a:spcAft>
                        <a:buNone/>
                      </a:pPr>
                      <a:r>
                        <a:rPr b="1">
                          <a:solidFill>
                            <a:srgbClr val="9857F3"/>
                          </a:solidFill>
                          <a:latin typeface="Roboto"/>
                          <a:ea typeface="Roboto"/>
                          <a:cs typeface="Roboto"/>
                        </a:rPr>
                        <a:t>2.</a:t>
                      </a:r>
                      <a:endParaRPr b="1">
                        <a:solidFill>
                          <a:srgbClr val="9857F3"/>
                        </a:solidFill>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20325">
                <a:tc>
                  <a:txBody>
                    <a:bodyPr/>
                    <a:lstStyle/>
                    <a:p>
                      <a:pPr marL="0" lvl="0" indent="0" algn="l">
                        <a:spcBef>
                          <a:spcPts val="0"/>
                        </a:spcBef>
                        <a:spcAft>
                          <a:spcPts val="0"/>
                        </a:spcAft>
                        <a:buNone/>
                      </a:pPr>
                      <a:r>
                        <a:rPr b="1">
                          <a:solidFill>
                            <a:srgbClr val="9857F3"/>
                          </a:solidFill>
                          <a:latin typeface="Roboto"/>
                          <a:ea typeface="Roboto"/>
                          <a:cs typeface="Roboto"/>
                        </a:rPr>
                        <a:t>3.</a:t>
                      </a:r>
                      <a:endParaRPr b="1">
                        <a:solidFill>
                          <a:srgbClr val="9857F3"/>
                        </a:solidFill>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20325">
                <a:tc>
                  <a:txBody>
                    <a:bodyPr/>
                    <a:lstStyle/>
                    <a:p>
                      <a:pPr marL="0" lvl="0" indent="0" algn="l">
                        <a:spcBef>
                          <a:spcPts val="0"/>
                        </a:spcBef>
                        <a:spcAft>
                          <a:spcPts val="0"/>
                        </a:spcAft>
                        <a:buNone/>
                      </a:pPr>
                      <a:r>
                        <a:rPr b="1">
                          <a:solidFill>
                            <a:srgbClr val="9857F3"/>
                          </a:solidFill>
                          <a:latin typeface="Roboto"/>
                          <a:ea typeface="Roboto"/>
                          <a:cs typeface="Roboto"/>
                        </a:rPr>
                        <a:t>4.</a:t>
                      </a:r>
                      <a:endParaRPr b="1">
                        <a:solidFill>
                          <a:srgbClr val="9857F3"/>
                        </a:solidFill>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r h="420325">
                <a:tc>
                  <a:txBody>
                    <a:bodyPr/>
                    <a:lstStyle/>
                    <a:p>
                      <a:pPr marL="0" lvl="0" indent="0" algn="l">
                        <a:spcBef>
                          <a:spcPts val="0"/>
                        </a:spcBef>
                        <a:spcAft>
                          <a:spcPts val="0"/>
                        </a:spcAft>
                        <a:buNone/>
                      </a:pPr>
                      <a:r>
                        <a:rPr b="1">
                          <a:solidFill>
                            <a:srgbClr val="9857F3"/>
                          </a:solidFill>
                          <a:latin typeface="Roboto"/>
                          <a:ea typeface="Roboto"/>
                          <a:cs typeface="Roboto"/>
                        </a:rPr>
                        <a:t>5.</a:t>
                      </a:r>
                      <a:endParaRPr b="1">
                        <a:solidFill>
                          <a:srgbClr val="9857F3"/>
                        </a:solidFill>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r>
            </a:tbl>
          </a:graphicData>
        </a:graphic>
      </p:graphicFrame>
    </p:spTree>
  </p:cSld>
</p:sldLayout>
</file>

<file path=ppt/slideLayouts/slideLayout22.xml><?xml version="1.0" encoding="utf-8"?>
<p:sldLayout xmlns:p="http://schemas.openxmlformats.org/presentationml/2006/main" matchingName="4 плашки + иллюстрация">
  <p:cSld name="SECTION_TITLE_AND_DESCRIPTION">
    <p:spTree>
      <p:nvGrpSpPr>
        <p:cNvPr id="1" name=""/>
        <p:cNvGrpSpPr/>
        <p:nvPr/>
      </p:nvGrpSpPr>
      <p:grpSpPr>
        <a:xfrm xmlns:a="http://schemas.openxmlformats.org/drawingml/2006/main"/>
      </p:grpSpPr>
      <p:sp>
        <p:nvSpPr>
          <p:cNvPr id="100" name="Google Shape;100;p24">
            <a:extLst xmlns:a="http://schemas.openxmlformats.org/drawingml/2006/main">
              <a:ext uri="{FF2B5EF4-FFF2-40B4-BE49-F238E27FC236}">
                <a16:creationId xmlns:a16="http://schemas.microsoft.com/office/drawing/2014/main" id="{B118E3C0-D334-42C3-97F6-09118763032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01" name="Google Shape;101;p24">
            <a:extLst xmlns:a="http://schemas.openxmlformats.org/drawingml/2006/main">
              <a:ext uri="{FF2B5EF4-FFF2-40B4-BE49-F238E27FC236}">
                <a16:creationId xmlns:a16="http://schemas.microsoft.com/office/drawing/2014/main" id="{1A65F8DB-E845-44BC-8059-591AABC9FA3B}"/>
              </a:ext>
            </a:extLst>
          </p:cNvPr>
          <p:cNvSpPr>
            <a:spLocks xmlns:a="http://schemas.openxmlformats.org/drawingml/2006/main" noGrp="1"/>
          </p:cNvSpPr>
          <p:nvPr/>
        </p:nvSpPr>
        <p:spPr>
          <a:xfrm xmlns:a="http://schemas.openxmlformats.org/drawingml/2006/main">
            <a:off x="791625" y="1039150"/>
            <a:ext cx="3640800" cy="705900"/>
          </a:xfrm>
          <a:prstGeom xmlns:a="http://schemas.openxmlformats.org/drawingml/2006/main" prst="roundRect">
            <a:avLst>
              <a:gd name="adj" fmla="val 16667"/>
            </a:avLst>
          </a:prstGeom>
          <a:solidFill xmlns:a="http://schemas.openxmlformats.org/drawingml/2006/main">
            <a:srgbClr val="EEEEEE"/>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Roboto"/>
              <a:ea typeface="Roboto"/>
              <a:cs typeface="Roboto"/>
            </a:endParaRPr>
          </a:p>
        </p:txBody>
      </p:sp>
      <p:sp>
        <p:nvSpPr>
          <p:cNvPr id="102" name="Google Shape;102;p24">
            <a:extLst xmlns:a="http://schemas.openxmlformats.org/drawingml/2006/main">
              <a:ext uri="{FF2B5EF4-FFF2-40B4-BE49-F238E27FC236}">
                <a16:creationId xmlns:a16="http://schemas.microsoft.com/office/drawing/2014/main" id="{BC91F2D2-F414-4394-9F5F-DB7A538ADB55}"/>
              </a:ext>
            </a:extLst>
          </p:cNvPr>
          <p:cNvSpPr>
            <a:spLocks xmlns:a="http://schemas.openxmlformats.org/drawingml/2006/main" noGrp="1"/>
          </p:cNvSpPr>
          <p:nvPr/>
        </p:nvSpPr>
        <p:spPr>
          <a:xfrm xmlns:a="http://schemas.openxmlformats.org/drawingml/2006/main">
            <a:off x="791625" y="1904882"/>
            <a:ext cx="3640800" cy="705900"/>
          </a:xfrm>
          <a:prstGeom xmlns:a="http://schemas.openxmlformats.org/drawingml/2006/main" prst="roundRect">
            <a:avLst>
              <a:gd name="adj" fmla="val 16667"/>
            </a:avLst>
          </a:prstGeom>
          <a:solidFill xmlns:a="http://schemas.openxmlformats.org/drawingml/2006/main">
            <a:srgbClr val="EEEEEE"/>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Roboto"/>
              <a:ea typeface="Roboto"/>
              <a:cs typeface="Roboto"/>
            </a:endParaRPr>
          </a:p>
        </p:txBody>
      </p:sp>
      <p:sp>
        <p:nvSpPr>
          <p:cNvPr id="103" name="Google Shape;103;p24">
            <a:extLst xmlns:a="http://schemas.openxmlformats.org/drawingml/2006/main">
              <a:ext uri="{FF2B5EF4-FFF2-40B4-BE49-F238E27FC236}">
                <a16:creationId xmlns:a16="http://schemas.microsoft.com/office/drawing/2014/main" id="{A10F6350-4630-4F5C-A48F-444AD602E317}"/>
              </a:ext>
            </a:extLst>
          </p:cNvPr>
          <p:cNvSpPr>
            <a:spLocks xmlns:a="http://schemas.openxmlformats.org/drawingml/2006/main" noGrp="1"/>
          </p:cNvSpPr>
          <p:nvPr/>
        </p:nvSpPr>
        <p:spPr>
          <a:xfrm xmlns:a="http://schemas.openxmlformats.org/drawingml/2006/main">
            <a:off x="791625" y="2770607"/>
            <a:ext cx="3640800" cy="705900"/>
          </a:xfrm>
          <a:prstGeom xmlns:a="http://schemas.openxmlformats.org/drawingml/2006/main" prst="roundRect">
            <a:avLst>
              <a:gd name="adj" fmla="val 16667"/>
            </a:avLst>
          </a:prstGeom>
          <a:solidFill xmlns:a="http://schemas.openxmlformats.org/drawingml/2006/main">
            <a:srgbClr val="EEEEEE"/>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Roboto"/>
              <a:ea typeface="Roboto"/>
              <a:cs typeface="Roboto"/>
            </a:endParaRPr>
          </a:p>
        </p:txBody>
      </p:sp>
      <p:sp>
        <p:nvSpPr>
          <p:cNvPr id="104" name="Google Shape;104;p24">
            <a:extLst xmlns:a="http://schemas.openxmlformats.org/drawingml/2006/main">
              <a:ext uri="{FF2B5EF4-FFF2-40B4-BE49-F238E27FC236}">
                <a16:creationId xmlns:a16="http://schemas.microsoft.com/office/drawing/2014/main" id="{F2972AB2-A599-4375-BF9C-18FD68EF5D9E}"/>
              </a:ext>
            </a:extLst>
          </p:cNvPr>
          <p:cNvSpPr>
            <a:spLocks xmlns:a="http://schemas.openxmlformats.org/drawingml/2006/main" noGrp="1"/>
          </p:cNvSpPr>
          <p:nvPr/>
        </p:nvSpPr>
        <p:spPr>
          <a:xfrm xmlns:a="http://schemas.openxmlformats.org/drawingml/2006/main">
            <a:off x="791625" y="3636339"/>
            <a:ext cx="3640800" cy="705900"/>
          </a:xfrm>
          <a:prstGeom xmlns:a="http://schemas.openxmlformats.org/drawingml/2006/main" prst="roundRect">
            <a:avLst>
              <a:gd name="adj" fmla="val 16667"/>
            </a:avLst>
          </a:prstGeom>
          <a:solidFill xmlns:a="http://schemas.openxmlformats.org/drawingml/2006/main">
            <a:srgbClr val="EEEEEE"/>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Roboto"/>
              <a:ea typeface="Roboto"/>
              <a:cs typeface="Roboto"/>
            </a:endParaRPr>
          </a:p>
        </p:txBody>
      </p:sp>
      <p:pic>
        <p:nvPicPr>
          <p:cNvPr id="111" name="Google Shape;105;p24"/>
          <p:cNvPicPr>
            <a:picLocks xmlns:a="http://schemas.openxmlformats.org/drawingml/2006/main" noChangeAspect="1"/>
          </p:cNvPicPr>
          <p:nvPr/>
        </p:nvPicPr>
        <p:blipFill>
          <a:blip xmlns:r="http://schemas.openxmlformats.org/officeDocument/2006/relationships" xmlns:a="http://schemas.openxmlformats.org/drawingml/2006/main" r:embed="R3523c626b8bb4532">
            <a:alphaModFix/>
          </a:blip>
          <a:stretch xmlns:a="http://schemas.openxmlformats.org/drawingml/2006/main">
            <a:fillRect l="0" t="0" r="0" b="0"/>
          </a:stretch>
        </p:blipFill>
        <p:spPr>
          <a:xfrm xmlns:a="http://schemas.openxmlformats.org/drawingml/2006/main">
            <a:off x="5533900" y="1409075"/>
            <a:ext cx="2468700" cy="2468700"/>
          </a:xfrm>
          <a:prstGeom xmlns:a="http://schemas.openxmlformats.org/drawingml/2006/main" prst="roundRect">
            <a:avLst>
              <a:gd name="adj" fmla="val 16667"/>
            </a:avLst>
          </a:prstGeom>
          <a:ln xmlns:a="http://schemas.openxmlformats.org/drawingml/2006/main">
            <a:noFill/>
          </a:ln>
        </p:spPr>
      </p:pic>
    </p:spTree>
  </p:cSld>
</p:sldLayout>
</file>

<file path=ppt/slideLayouts/slideLayout23.xml><?xml version="1.0" encoding="utf-8"?>
<p:sldLayout xmlns:p="http://schemas.openxmlformats.org/presentationml/2006/main" matchingName="Заголовок">
  <p:cSld name="CUSTOM_3">
    <p:spTree>
      <p:nvGrpSpPr>
        <p:cNvPr id="1" name=""/>
        <p:cNvGrpSpPr/>
        <p:nvPr/>
      </p:nvGrpSpPr>
      <p:grpSpPr>
        <a:xfrm xmlns:a="http://schemas.openxmlformats.org/drawingml/2006/main"/>
      </p:grpSpPr>
      <p:sp>
        <p:nvSpPr>
          <p:cNvPr id="107" name="Google Shape;107;p25">
            <a:extLst xmlns:a="http://schemas.openxmlformats.org/drawingml/2006/main">
              <a:ext uri="{FF2B5EF4-FFF2-40B4-BE49-F238E27FC236}">
                <a16:creationId xmlns:a16="http://schemas.microsoft.com/office/drawing/2014/main" id="{0A9884AA-3DB0-46DC-AFC8-E57D19E2AFC4}"/>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24.xml><?xml version="1.0" encoding="utf-8"?>
<p:sldLayout xmlns:p="http://schemas.openxmlformats.org/presentationml/2006/main" matchingName="3 блока">
  <p:cSld name="CUSTOM_7">
    <p:spTree>
      <p:nvGrpSpPr>
        <p:cNvPr id="1" name=""/>
        <p:cNvGrpSpPr/>
        <p:nvPr/>
      </p:nvGrpSpPr>
      <p:grpSpPr>
        <a:xfrm xmlns:a="http://schemas.openxmlformats.org/drawingml/2006/main"/>
      </p:grpSpPr>
      <p:sp>
        <p:nvSpPr>
          <p:cNvPr id="109" name="Google Shape;109;p26">
            <a:extLst xmlns:a="http://schemas.openxmlformats.org/drawingml/2006/main">
              <a:ext uri="{FF2B5EF4-FFF2-40B4-BE49-F238E27FC236}">
                <a16:creationId xmlns:a16="http://schemas.microsoft.com/office/drawing/2014/main" id="{7655FE3F-0258-4D5C-88F2-667AD0CBF0E6}"/>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10" name="Google Shape;110;p26">
            <a:extLst xmlns:a="http://schemas.openxmlformats.org/drawingml/2006/main">
              <a:ext uri="{FF2B5EF4-FFF2-40B4-BE49-F238E27FC236}">
                <a16:creationId xmlns:a16="http://schemas.microsoft.com/office/drawing/2014/main" id="{4612FDF0-DC43-474D-A60E-783B591FB8D5}"/>
              </a:ext>
            </a:extLst>
          </p:cNvPr>
          <p:cNvSpPr>
            <a:spLocks xmlns:a="http://schemas.openxmlformats.org/drawingml/2006/main" noGrp="1"/>
          </p:cNvSpPr>
          <p:nvPr/>
        </p:nvSpPr>
        <p:spPr>
          <a:xfrm xmlns:a="http://schemas.openxmlformats.org/drawingml/2006/main">
            <a:off x="932713" y="1748200"/>
            <a:ext cx="2127900" cy="2929800"/>
          </a:xfrm>
          <a:prstGeom xmlns:a="http://schemas.openxmlformats.org/drawingml/2006/main" prst="roundRect">
            <a:avLst>
              <a:gd name="adj" fmla="val 16667"/>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Roboto"/>
              <a:ea typeface="Roboto"/>
              <a:cs typeface="Roboto"/>
            </a:endParaRPr>
          </a:p>
        </p:txBody>
      </p:sp>
      <p:sp>
        <p:nvSpPr>
          <p:cNvPr id="111" name="Google Shape;111;p26">
            <a:extLst xmlns:a="http://schemas.openxmlformats.org/drawingml/2006/main">
              <a:ext uri="{FF2B5EF4-FFF2-40B4-BE49-F238E27FC236}">
                <a16:creationId xmlns:a16="http://schemas.microsoft.com/office/drawing/2014/main" id="{3AD8B159-E5D1-4CF1-9A78-52CF41E4B2E6}"/>
              </a:ext>
            </a:extLst>
          </p:cNvPr>
          <p:cNvSpPr>
            <a:spLocks xmlns:a="http://schemas.openxmlformats.org/drawingml/2006/main" noGrp="1"/>
          </p:cNvSpPr>
          <p:nvPr/>
        </p:nvSpPr>
        <p:spPr>
          <a:xfrm xmlns:a="http://schemas.openxmlformats.org/drawingml/2006/main">
            <a:off x="3436420" y="1748200"/>
            <a:ext cx="2127900" cy="2929800"/>
          </a:xfrm>
          <a:prstGeom xmlns:a="http://schemas.openxmlformats.org/drawingml/2006/main" prst="roundRect">
            <a:avLst>
              <a:gd name="adj" fmla="val 16667"/>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Roboto"/>
              <a:ea typeface="Roboto"/>
              <a:cs typeface="Roboto"/>
            </a:endParaRPr>
          </a:p>
        </p:txBody>
      </p:sp>
      <p:sp>
        <p:nvSpPr>
          <p:cNvPr id="112" name="Google Shape;112;p26">
            <a:extLst xmlns:a="http://schemas.openxmlformats.org/drawingml/2006/main">
              <a:ext uri="{FF2B5EF4-FFF2-40B4-BE49-F238E27FC236}">
                <a16:creationId xmlns:a16="http://schemas.microsoft.com/office/drawing/2014/main" id="{FF1954BE-CD6C-4AF0-8D32-5ED0D6FAD5A1}"/>
              </a:ext>
            </a:extLst>
          </p:cNvPr>
          <p:cNvSpPr>
            <a:spLocks xmlns:a="http://schemas.openxmlformats.org/drawingml/2006/main" noGrp="1"/>
          </p:cNvSpPr>
          <p:nvPr/>
        </p:nvSpPr>
        <p:spPr>
          <a:xfrm xmlns:a="http://schemas.openxmlformats.org/drawingml/2006/main">
            <a:off x="5940127" y="1748200"/>
            <a:ext cx="2127900" cy="2929800"/>
          </a:xfrm>
          <a:prstGeom xmlns:a="http://schemas.openxmlformats.org/drawingml/2006/main" prst="roundRect">
            <a:avLst>
              <a:gd name="adj" fmla="val 16667"/>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Roboto"/>
              <a:ea typeface="Roboto"/>
              <a:cs typeface="Roboto"/>
            </a:endParaRPr>
          </a:p>
        </p:txBody>
      </p:sp>
      <p:sp>
        <p:nvSpPr>
          <p:cNvPr id="113" name="Google Shape;113;p26">
            <a:extLst xmlns:a="http://schemas.openxmlformats.org/drawingml/2006/main">
              <a:ext uri="{FF2B5EF4-FFF2-40B4-BE49-F238E27FC236}">
                <a16:creationId xmlns:a16="http://schemas.microsoft.com/office/drawing/2014/main" id="{D45BF201-55EB-4AB8-946F-45BFFA8C0E85}"/>
              </a:ext>
            </a:extLst>
          </p:cNvPr>
          <p:cNvSpPr>
            <a:spLocks xmlns:a="http://schemas.openxmlformats.org/drawingml/2006/main" noGrp="1"/>
          </p:cNvSpPr>
          <p:nvPr/>
        </p:nvSpPr>
        <p:spPr>
          <a:xfrm xmlns:a="http://schemas.openxmlformats.org/drawingml/2006/main">
            <a:off x="1073575" y="2074863"/>
            <a:ext cx="18462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lnSpc>
                <a:spcPct val="115000"/>
              </a:lnSpc>
              <a:spcBef>
                <a:spcPts val="0"/>
              </a:spcBef>
              <a:spcAft>
                <a:spcPts val="0"/>
              </a:spcAft>
              <a:buNone/>
            </a:pPr>
            <a:r>
              <a:rPr sz="1100">
                <a:solidFill>
                  <a:srgbClr val="333333"/>
                </a:solidFill>
                <a:latin typeface="Roboto"/>
                <a:ea typeface="Roboto"/>
                <a:cs typeface="Roboto"/>
              </a:rPr>
              <a:t>Поле для текста</a:t>
            </a:r>
            <a:endParaRPr sz="1100"/>
          </a:p>
        </p:txBody>
      </p:sp>
      <p:sp>
        <p:nvSpPr>
          <p:cNvPr id="114" name="Google Shape;114;p26">
            <a:extLst xmlns:a="http://schemas.openxmlformats.org/drawingml/2006/main">
              <a:ext uri="{FF2B5EF4-FFF2-40B4-BE49-F238E27FC236}">
                <a16:creationId xmlns:a16="http://schemas.microsoft.com/office/drawing/2014/main" id="{0BA6DD0C-C983-4114-980E-D19987D32DC6}"/>
              </a:ext>
            </a:extLst>
          </p:cNvPr>
          <p:cNvSpPr>
            <a:spLocks xmlns:a="http://schemas.openxmlformats.org/drawingml/2006/main" noGrp="1"/>
          </p:cNvSpPr>
          <p:nvPr/>
        </p:nvSpPr>
        <p:spPr>
          <a:xfrm xmlns:a="http://schemas.openxmlformats.org/drawingml/2006/main">
            <a:off x="3530920" y="2074863"/>
            <a:ext cx="19389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lnSpc>
                <a:spcPct val="115000"/>
              </a:lnSpc>
              <a:spcBef>
                <a:spcPts val="0"/>
              </a:spcBef>
              <a:spcAft>
                <a:spcPts val="0"/>
              </a:spcAft>
              <a:buNone/>
            </a:pPr>
            <a:r>
              <a:rPr sz="1100">
                <a:solidFill>
                  <a:srgbClr val="333333"/>
                </a:solidFill>
                <a:latin typeface="Roboto"/>
                <a:ea typeface="Roboto"/>
                <a:cs typeface="Roboto"/>
              </a:rPr>
              <a:t>Поле для текста</a:t>
            </a:r>
            <a:endParaRPr/>
          </a:p>
        </p:txBody>
      </p:sp>
      <p:sp>
        <p:nvSpPr>
          <p:cNvPr id="115" name="Google Shape;115;p26">
            <a:extLst xmlns:a="http://schemas.openxmlformats.org/drawingml/2006/main">
              <a:ext uri="{FF2B5EF4-FFF2-40B4-BE49-F238E27FC236}">
                <a16:creationId xmlns:a16="http://schemas.microsoft.com/office/drawing/2014/main" id="{3E94F08C-E735-4D92-9BEA-8C46305AA689}"/>
              </a:ext>
            </a:extLst>
          </p:cNvPr>
          <p:cNvSpPr>
            <a:spLocks xmlns:a="http://schemas.openxmlformats.org/drawingml/2006/main" noGrp="1"/>
          </p:cNvSpPr>
          <p:nvPr/>
        </p:nvSpPr>
        <p:spPr>
          <a:xfrm xmlns:a="http://schemas.openxmlformats.org/drawingml/2006/main">
            <a:off x="6080975" y="2074863"/>
            <a:ext cx="19389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lnSpc>
                <a:spcPct val="115000"/>
              </a:lnSpc>
              <a:spcBef>
                <a:spcPts val="0"/>
              </a:spcBef>
              <a:spcAft>
                <a:spcPts val="0"/>
              </a:spcAft>
              <a:buNone/>
            </a:pPr>
            <a:r>
              <a:rPr sz="1100">
                <a:solidFill>
                  <a:srgbClr val="333333"/>
                </a:solidFill>
                <a:latin typeface="Roboto"/>
                <a:ea typeface="Roboto"/>
                <a:cs typeface="Roboto"/>
              </a:rPr>
              <a:t>Поле для текста</a:t>
            </a:r>
            <a:endParaRPr/>
          </a:p>
        </p:txBody>
      </p:sp>
    </p:spTree>
  </p:cSld>
</p:sldLayout>
</file>

<file path=ppt/slideLayouts/slideLayout25.xml><?xml version="1.0" encoding="utf-8"?>
<p:sldLayout xmlns:p="http://schemas.openxmlformats.org/presentationml/2006/main" matchingName="Важный тезис крупным шрифтом " type="secHead">
  <p:cSld name="SECTION_HEADER">
    <p:spTree>
      <p:nvGrpSpPr>
        <p:cNvPr id="1" name=""/>
        <p:cNvGrpSpPr/>
        <p:nvPr/>
      </p:nvGrpSpPr>
      <p:grpSpPr>
        <a:xfrm xmlns:a="http://schemas.openxmlformats.org/drawingml/2006/main"/>
      </p:grpSpPr>
      <p:sp>
        <p:nvSpPr>
          <p:cNvPr id="121" name="Google Shape;121;p28">
            <a:extLst xmlns:a="http://schemas.openxmlformats.org/drawingml/2006/main">
              <a:ext uri="{FF2B5EF4-FFF2-40B4-BE49-F238E27FC236}">
                <a16:creationId xmlns:a16="http://schemas.microsoft.com/office/drawing/2014/main" id="{DFFF4AE1-D568-4F9A-B893-1E3E4690C9FC}"/>
              </a:ext>
            </a:extLst>
          </p:cNvPr>
          <p:cNvSpPr>
            <a:spLocks xmlns:a="http://schemas.openxmlformats.org/drawingml/2006/main" noGrp="1"/>
          </p:cNvSpPr>
          <p:nvPr>
            <p:ph type="title" idx="0"/>
          </p:nvPr>
        </p:nvSpPr>
        <p:spPr>
          <a:xfrm xmlns:a="http://schemas.openxmlformats.org/drawingml/2006/main">
            <a:off x="500550" y="1940306"/>
            <a:ext cx="7935300" cy="8418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122" name="Google Shape;122;p28">
            <a:extLst xmlns:a="http://schemas.openxmlformats.org/drawingml/2006/main">
              <a:ext uri="{FF2B5EF4-FFF2-40B4-BE49-F238E27FC236}">
                <a16:creationId xmlns:a16="http://schemas.microsoft.com/office/drawing/2014/main" id="{B8BF0F86-A25C-4F60-B982-765D292951F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6.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4" name="Google Shape;124;p29">
            <a:extLst xmlns:a="http://schemas.openxmlformats.org/drawingml/2006/main">
              <a:ext uri="{FF2B5EF4-FFF2-40B4-BE49-F238E27FC236}">
                <a16:creationId xmlns:a16="http://schemas.microsoft.com/office/drawing/2014/main" id="{D986324B-2D7F-42F1-B51E-2DFA9BDC939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7.xml><?xml version="1.0" encoding="utf-8"?>
<p:sldLayout xmlns:p="http://schemas.openxmlformats.org/presentationml/2006/main" matchingName="Заголовок">
  <p:cSld name="CUSTOM_3">
    <p:spTree>
      <p:nvGrpSpPr>
        <p:cNvPr id="1" name=""/>
        <p:cNvGrpSpPr/>
        <p:nvPr/>
      </p:nvGrpSpPr>
      <p:grpSpPr>
        <a:xfrm xmlns:a="http://schemas.openxmlformats.org/drawingml/2006/main"/>
      </p:grpSpPr>
      <p:sp>
        <p:nvSpPr>
          <p:cNvPr id="126" name="Google Shape;126;p30">
            <a:extLst xmlns:a="http://schemas.openxmlformats.org/drawingml/2006/main">
              <a:ext uri="{FF2B5EF4-FFF2-40B4-BE49-F238E27FC236}">
                <a16:creationId xmlns:a16="http://schemas.microsoft.com/office/drawing/2014/main" id="{D5D10EE5-B48D-432E-AB88-83D4E2ABF440}"/>
              </a:ext>
            </a:extLst>
          </p:cNvPr>
          <p:cNvSpPr>
            <a:spLocks xmlns:a="http://schemas.openxmlformats.org/drawingml/2006/main" noGrp="1"/>
          </p:cNvSpPr>
          <p:nvPr>
            <p:ph type="title" idx="0"/>
          </p:nvPr>
        </p:nvSpPr>
        <p:spPr>
          <a:xfrm xmlns:a="http://schemas.openxmlformats.org/drawingml/2006/main">
            <a:off x="500550" y="330736"/>
            <a:ext cx="8520600" cy="979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Tree>
  </p:cSld>
</p:sldLayout>
</file>

<file path=ppt/slideLayouts/slideLayout28.xml><?xml version="1.0" encoding="utf-8"?>
<p:sldLayout xmlns:p="http://schemas.openxmlformats.org/presentationml/2006/main" matchingName="Слайд с кодом 1">
  <p:cSld name="CUSTOM_2">
    <p:spTree>
      <p:nvGrpSpPr>
        <p:cNvPr id="1" name=""/>
        <p:cNvGrpSpPr/>
        <p:nvPr/>
      </p:nvGrpSpPr>
      <p:grpSpPr>
        <a:xfrm xmlns:a="http://schemas.openxmlformats.org/drawingml/2006/main"/>
      </p:grpSpPr>
      <p:sp>
        <p:nvSpPr>
          <p:cNvPr id="128" name="Google Shape;128;p31">
            <a:extLst xmlns:a="http://schemas.openxmlformats.org/drawingml/2006/main">
              <a:ext uri="{FF2B5EF4-FFF2-40B4-BE49-F238E27FC236}">
                <a16:creationId xmlns:a16="http://schemas.microsoft.com/office/drawing/2014/main" id="{55FCBDB1-3B5E-4210-95D0-89C30E2B21E9}"/>
              </a:ext>
            </a:extLst>
          </p:cNvPr>
          <p:cNvSpPr>
            <a:spLocks xmlns:a="http://schemas.openxmlformats.org/drawingml/2006/main" noGrp="1"/>
          </p:cNvSpPr>
          <p:nvPr>
            <p:ph type="title" idx="0"/>
          </p:nvPr>
        </p:nvSpPr>
        <p:spPr>
          <a:xfrm xmlns:a="http://schemas.openxmlformats.org/drawingml/2006/main">
            <a:off x="500550" y="330736"/>
            <a:ext cx="8520600" cy="9798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29" name="Google Shape;129;p31">
            <a:extLst xmlns:a="http://schemas.openxmlformats.org/drawingml/2006/main">
              <a:ext uri="{FF2B5EF4-FFF2-40B4-BE49-F238E27FC236}">
                <a16:creationId xmlns:a16="http://schemas.microsoft.com/office/drawing/2014/main" id="{67328F59-A375-4535-B4FC-4B559FDD021A}"/>
              </a:ext>
            </a:extLst>
          </p:cNvPr>
          <p:cNvSpPr>
            <a:spLocks xmlns:a="http://schemas.openxmlformats.org/drawingml/2006/main" noGrp="1"/>
          </p:cNvSpPr>
          <p:nvPr/>
        </p:nvSpPr>
        <p:spPr>
          <a:xfrm xmlns:a="http://schemas.openxmlformats.org/drawingml/2006/main">
            <a:off x="606200" y="1441163"/>
            <a:ext cx="7938600" cy="3564900"/>
          </a:xfrm>
          <a:prstGeom xmlns:a="http://schemas.openxmlformats.org/drawingml/2006/main" prst="rect">
            <a:avLst/>
          </a:prstGeom>
          <a:solidFill xmlns:a="http://schemas.openxmlformats.org/drawingml/2006/main">
            <a:srgbClr val="FBFBF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0" name="Google Shape;130;p31">
            <a:extLst xmlns:a="http://schemas.openxmlformats.org/drawingml/2006/main">
              <a:ext uri="{FF2B5EF4-FFF2-40B4-BE49-F238E27FC236}">
                <a16:creationId xmlns:a16="http://schemas.microsoft.com/office/drawing/2014/main" id="{D981586C-DAEA-44BA-9E68-C8D41143FC87}"/>
              </a:ext>
            </a:extLst>
          </p:cNvPr>
          <p:cNvSpPr>
            <a:spLocks xmlns:a="http://schemas.openxmlformats.org/drawingml/2006/main" noGrp="1"/>
          </p:cNvSpPr>
          <p:nvPr>
            <p:ph type="subTitle" idx="1"/>
          </p:nvPr>
        </p:nvSpPr>
        <p:spPr>
          <a:xfrm xmlns:a="http://schemas.openxmlformats.org/drawingml/2006/main">
            <a:off x="743675" y="1496071"/>
            <a:ext cx="8226300" cy="345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100"/>
              <a:buFont typeface="Courier New"/>
              <a:buNone/>
              <a:defRPr sz="1100">
                <a:latin typeface="Courier New"/>
                <a:ea typeface="Courier New"/>
                <a:cs typeface="Courier New"/>
              </a:defRPr>
            </a:lvl1pPr>
            <a:lvl2pPr>
              <a:lnSpc>
                <a:spcPct val="115000"/>
              </a:lnSpc>
              <a:spcBef>
                <a:spcPts val="0"/>
              </a:spcBef>
              <a:spcAft>
                <a:spcPts val="0"/>
              </a:spcAft>
              <a:buSzPts val="1700"/>
              <a:buNone/>
              <a:defRPr sz="1700"/>
            </a:lvl2pPr>
            <a:lvl3pPr>
              <a:lnSpc>
                <a:spcPct val="115000"/>
              </a:lnSpc>
              <a:spcBef>
                <a:spcPts val="0"/>
              </a:spcBef>
              <a:spcAft>
                <a:spcPts val="0"/>
              </a:spcAft>
              <a:buSzPts val="1700"/>
              <a:buNone/>
              <a:defRPr sz="1700"/>
            </a:lvl3pPr>
            <a:lvl4pPr>
              <a:lnSpc>
                <a:spcPct val="115000"/>
              </a:lnSpc>
              <a:spcBef>
                <a:spcPts val="0"/>
              </a:spcBef>
              <a:spcAft>
                <a:spcPts val="0"/>
              </a:spcAft>
              <a:buSzPts val="1700"/>
              <a:buNone/>
              <a:defRPr sz="1700"/>
            </a:lvl4pPr>
            <a:lvl5pPr>
              <a:lnSpc>
                <a:spcPct val="115000"/>
              </a:lnSpc>
              <a:spcBef>
                <a:spcPts val="0"/>
              </a:spcBef>
              <a:spcAft>
                <a:spcPts val="0"/>
              </a:spcAft>
              <a:buSzPts val="1700"/>
              <a:buNone/>
              <a:defRPr sz="1700"/>
            </a:lvl5pPr>
            <a:lvl6pPr>
              <a:lnSpc>
                <a:spcPct val="115000"/>
              </a:lnSpc>
              <a:spcBef>
                <a:spcPts val="0"/>
              </a:spcBef>
              <a:spcAft>
                <a:spcPts val="0"/>
              </a:spcAft>
              <a:buSzPts val="1700"/>
              <a:buNone/>
              <a:defRPr sz="1700"/>
            </a:lvl6pPr>
            <a:lvl7pPr>
              <a:lnSpc>
                <a:spcPct val="115000"/>
              </a:lnSpc>
              <a:spcBef>
                <a:spcPts val="0"/>
              </a:spcBef>
              <a:spcAft>
                <a:spcPts val="0"/>
              </a:spcAft>
              <a:buSzPts val="1700"/>
              <a:buNone/>
              <a:defRPr sz="1700"/>
            </a:lvl7pPr>
            <a:lvl8pPr>
              <a:lnSpc>
                <a:spcPct val="115000"/>
              </a:lnSpc>
              <a:spcBef>
                <a:spcPts val="0"/>
              </a:spcBef>
              <a:spcAft>
                <a:spcPts val="0"/>
              </a:spcAft>
              <a:buSzPts val="1700"/>
              <a:buNone/>
              <a:defRPr sz="1700"/>
            </a:lvl8pPr>
            <a:lvl9pPr>
              <a:lnSpc>
                <a:spcPct val="115000"/>
              </a:lnSpc>
              <a:spcBef>
                <a:spcPts val="0"/>
              </a:spcBef>
              <a:spcAft>
                <a:spcPts val="0"/>
              </a:spcAft>
              <a:buSzPts val="1700"/>
              <a:buNone/>
              <a:defRPr sz="1700"/>
            </a:lvl9pPr>
          </a:lstStyle>
          <a:p xmlns:a="http://schemas.openxmlformats.org/drawingml/2006/main"/>
        </p:txBody>
      </p:sp>
    </p:spTree>
  </p:cSld>
</p:sldLayout>
</file>

<file path=ppt/slideLayouts/slideLayout29.xml><?xml version="1.0" encoding="utf-8"?>
<p:sldLayout xmlns:p="http://schemas.openxmlformats.org/presentationml/2006/main" matchingName="Слайд с подтемой">
  <p:cSld name="MAIN_POINT_3">
    <p:spTree>
      <p:nvGrpSpPr>
        <p:cNvPr id="1" name=""/>
        <p:cNvGrpSpPr/>
        <p:nvPr/>
      </p:nvGrpSpPr>
      <p:grpSpPr>
        <a:xfrm xmlns:a="http://schemas.openxmlformats.org/drawingml/2006/main"/>
      </p:grpSpPr>
      <p:sp>
        <p:nvSpPr>
          <p:cNvPr id="132" name="Google Shape;132;p32">
            <a:extLst xmlns:a="http://schemas.openxmlformats.org/drawingml/2006/main">
              <a:ext uri="{FF2B5EF4-FFF2-40B4-BE49-F238E27FC236}">
                <a16:creationId xmlns:a16="http://schemas.microsoft.com/office/drawing/2014/main" id="{EA4029EB-8749-45A6-89A1-7C02379C6A92}"/>
              </a:ext>
            </a:extLst>
          </p:cNvPr>
          <p:cNvSpPr>
            <a:spLocks xmlns:a="http://schemas.openxmlformats.org/drawingml/2006/main" noGrp="1"/>
          </p:cNvSpPr>
          <p:nvPr>
            <p:ph type="title" idx="0"/>
          </p:nvPr>
        </p:nvSpPr>
        <p:spPr>
          <a:xfrm xmlns:a="http://schemas.openxmlformats.org/drawingml/2006/main">
            <a:off x="651425" y="396394"/>
            <a:ext cx="7706100" cy="40908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4600"/>
              <a:buNone/>
              <a:defRPr sz="4600"/>
            </a:lvl1pPr>
            <a:lvl2pPr>
              <a:spcBef>
                <a:spcPts val="0"/>
              </a:spcBef>
              <a:spcAft>
                <a:spcPts val="0"/>
              </a:spcAft>
              <a:buSzPts val="5000"/>
              <a:buNone/>
              <a:defRPr sz="5000"/>
            </a:lvl2pPr>
            <a:lvl3pPr>
              <a:spcBef>
                <a:spcPts val="0"/>
              </a:spcBef>
              <a:spcAft>
                <a:spcPts val="0"/>
              </a:spcAft>
              <a:buSzPts val="5000"/>
              <a:buNone/>
              <a:defRPr sz="5000"/>
            </a:lvl3pPr>
            <a:lvl4pPr>
              <a:spcBef>
                <a:spcPts val="0"/>
              </a:spcBef>
              <a:spcAft>
                <a:spcPts val="0"/>
              </a:spcAft>
              <a:buSzPts val="5000"/>
              <a:buNone/>
              <a:defRPr sz="5000"/>
            </a:lvl4pPr>
            <a:lvl5pPr>
              <a:spcBef>
                <a:spcPts val="0"/>
              </a:spcBef>
              <a:spcAft>
                <a:spcPts val="0"/>
              </a:spcAft>
              <a:buSzPts val="5000"/>
              <a:buNone/>
              <a:defRPr sz="5000"/>
            </a:lvl5pPr>
            <a:lvl6pPr>
              <a:spcBef>
                <a:spcPts val="0"/>
              </a:spcBef>
              <a:spcAft>
                <a:spcPts val="0"/>
              </a:spcAft>
              <a:buSzPts val="5000"/>
              <a:buNone/>
              <a:defRPr sz="5000"/>
            </a:lvl6pPr>
            <a:lvl7pPr>
              <a:spcBef>
                <a:spcPts val="0"/>
              </a:spcBef>
              <a:spcAft>
                <a:spcPts val="0"/>
              </a:spcAft>
              <a:buSzPts val="5000"/>
              <a:buNone/>
              <a:defRPr sz="5000"/>
            </a:lvl7pPr>
            <a:lvl8pPr>
              <a:spcBef>
                <a:spcPts val="0"/>
              </a:spcBef>
              <a:spcAft>
                <a:spcPts val="0"/>
              </a:spcAft>
              <a:buSzPts val="5000"/>
              <a:buNone/>
              <a:defRPr sz="5000"/>
            </a:lvl8pPr>
            <a:lvl9pPr>
              <a:spcBef>
                <a:spcPts val="0"/>
              </a:spcBef>
              <a:spcAft>
                <a:spcPts val="0"/>
              </a:spcAft>
              <a:buSzPts val="5000"/>
              <a:buNone/>
              <a:defRPr sz="5000"/>
            </a:lvl9pPr>
          </a:lstStyle>
          <a:p xmlns:a="http://schemas.openxmlformats.org/drawingml/2006/main"/>
        </p:txBody>
      </p:sp>
    </p:spTree>
  </p:cSld>
</p:sldLayout>
</file>

<file path=ppt/slideLayouts/slideLayout30.xml><?xml version="1.0" encoding="utf-8"?>
<p:sldLayout xmlns:p="http://schemas.openxmlformats.org/presentationml/2006/main" matchingName="Слайд с кодом 2 1">
  <p:cSld name="CUSTOM_2_1_1">
    <p:spTree>
      <p:nvGrpSpPr>
        <p:cNvPr id="1" name=""/>
        <p:cNvGrpSpPr/>
        <p:nvPr/>
      </p:nvGrpSpPr>
      <p:grpSpPr>
        <a:xfrm xmlns:a="http://schemas.openxmlformats.org/drawingml/2006/main"/>
      </p:grpSpPr>
      <p:sp>
        <p:nvSpPr>
          <p:cNvPr id="134" name="Google Shape;134;p33">
            <a:extLst xmlns:a="http://schemas.openxmlformats.org/drawingml/2006/main">
              <a:ext uri="{FF2B5EF4-FFF2-40B4-BE49-F238E27FC236}">
                <a16:creationId xmlns:a16="http://schemas.microsoft.com/office/drawing/2014/main" id="{CD825F29-0C98-460E-BCEB-58CB2C726E15}"/>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35" name="Google Shape;135;p33">
            <a:extLst xmlns:a="http://schemas.openxmlformats.org/drawingml/2006/main">
              <a:ext uri="{FF2B5EF4-FFF2-40B4-BE49-F238E27FC236}">
                <a16:creationId xmlns:a16="http://schemas.microsoft.com/office/drawing/2014/main" id="{C5FC6B5A-BAE6-4C66-988A-AACC3CAD78A3}"/>
              </a:ext>
            </a:extLst>
          </p:cNvPr>
          <p:cNvSpPr>
            <a:spLocks xmlns:a="http://schemas.openxmlformats.org/drawingml/2006/main" noGrp="1"/>
          </p:cNvSpPr>
          <p:nvPr/>
        </p:nvSpPr>
        <p:spPr>
          <a:xfrm xmlns:a="http://schemas.openxmlformats.org/drawingml/2006/main">
            <a:off x="590475" y="1364975"/>
            <a:ext cx="7988400" cy="3412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6" name="Google Shape;136;p33">
            <a:extLst xmlns:a="http://schemas.openxmlformats.org/drawingml/2006/main">
              <a:ext uri="{FF2B5EF4-FFF2-40B4-BE49-F238E27FC236}">
                <a16:creationId xmlns:a16="http://schemas.microsoft.com/office/drawing/2014/main" id="{E6E2C145-CA80-4A05-8356-7B8E5DF91715}"/>
              </a:ext>
            </a:extLst>
          </p:cNvPr>
          <p:cNvSpPr>
            <a:spLocks xmlns:a="http://schemas.openxmlformats.org/drawingml/2006/main" noGrp="1"/>
          </p:cNvSpPr>
          <p:nvPr>
            <p:ph type="subTitle" idx="1"/>
          </p:nvPr>
        </p:nvSpPr>
        <p:spPr>
          <a:xfrm xmlns:a="http://schemas.openxmlformats.org/drawingml/2006/main">
            <a:off x="754725" y="1516446"/>
            <a:ext cx="8226300" cy="345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defRPr>
            </a:lvl1pPr>
            <a:lvl2pPr>
              <a:lnSpc>
                <a:spcPct val="115000"/>
              </a:lnSpc>
              <a:spcBef>
                <a:spcPts val="0"/>
              </a:spcBef>
              <a:spcAft>
                <a:spcPts val="0"/>
              </a:spcAft>
              <a:buClr>
                <a:schemeClr val="lt1"/>
              </a:buClr>
              <a:buSzPts val="1700"/>
              <a:buNone/>
              <a:defRPr sz="1700">
                <a:solidFill>
                  <a:schemeClr val="lt1"/>
                </a:solidFill>
              </a:defRPr>
            </a:lvl2pPr>
            <a:lvl3pPr>
              <a:lnSpc>
                <a:spcPct val="115000"/>
              </a:lnSpc>
              <a:spcBef>
                <a:spcPts val="0"/>
              </a:spcBef>
              <a:spcAft>
                <a:spcPts val="0"/>
              </a:spcAft>
              <a:buClr>
                <a:schemeClr val="lt1"/>
              </a:buClr>
              <a:buSzPts val="1700"/>
              <a:buNone/>
              <a:defRPr sz="1700">
                <a:solidFill>
                  <a:schemeClr val="lt1"/>
                </a:solidFill>
              </a:defRPr>
            </a:lvl3pPr>
            <a:lvl4pPr>
              <a:lnSpc>
                <a:spcPct val="115000"/>
              </a:lnSpc>
              <a:spcBef>
                <a:spcPts val="0"/>
              </a:spcBef>
              <a:spcAft>
                <a:spcPts val="0"/>
              </a:spcAft>
              <a:buClr>
                <a:schemeClr val="lt1"/>
              </a:buClr>
              <a:buSzPts val="1700"/>
              <a:buNone/>
              <a:defRPr sz="1700">
                <a:solidFill>
                  <a:schemeClr val="lt1"/>
                </a:solidFill>
              </a:defRPr>
            </a:lvl4pPr>
            <a:lvl5pPr>
              <a:lnSpc>
                <a:spcPct val="115000"/>
              </a:lnSpc>
              <a:spcBef>
                <a:spcPts val="0"/>
              </a:spcBef>
              <a:spcAft>
                <a:spcPts val="0"/>
              </a:spcAft>
              <a:buClr>
                <a:schemeClr val="lt1"/>
              </a:buClr>
              <a:buSzPts val="1700"/>
              <a:buNone/>
              <a:defRPr sz="1700">
                <a:solidFill>
                  <a:schemeClr val="lt1"/>
                </a:solidFill>
              </a:defRPr>
            </a:lvl5pPr>
            <a:lvl6pPr>
              <a:lnSpc>
                <a:spcPct val="115000"/>
              </a:lnSpc>
              <a:spcBef>
                <a:spcPts val="0"/>
              </a:spcBef>
              <a:spcAft>
                <a:spcPts val="0"/>
              </a:spcAft>
              <a:buClr>
                <a:schemeClr val="lt1"/>
              </a:buClr>
              <a:buSzPts val="1700"/>
              <a:buNone/>
              <a:defRPr sz="1700">
                <a:solidFill>
                  <a:schemeClr val="lt1"/>
                </a:solidFill>
              </a:defRPr>
            </a:lvl6pPr>
            <a:lvl7pPr>
              <a:lnSpc>
                <a:spcPct val="115000"/>
              </a:lnSpc>
              <a:spcBef>
                <a:spcPts val="0"/>
              </a:spcBef>
              <a:spcAft>
                <a:spcPts val="0"/>
              </a:spcAft>
              <a:buClr>
                <a:schemeClr val="lt1"/>
              </a:buClr>
              <a:buSzPts val="1700"/>
              <a:buNone/>
              <a:defRPr sz="1700">
                <a:solidFill>
                  <a:schemeClr val="lt1"/>
                </a:solidFill>
              </a:defRPr>
            </a:lvl7pPr>
            <a:lvl8pPr>
              <a:lnSpc>
                <a:spcPct val="115000"/>
              </a:lnSpc>
              <a:spcBef>
                <a:spcPts val="0"/>
              </a:spcBef>
              <a:spcAft>
                <a:spcPts val="0"/>
              </a:spcAft>
              <a:buClr>
                <a:schemeClr val="lt1"/>
              </a:buClr>
              <a:buSzPts val="1700"/>
              <a:buNone/>
              <a:defRPr sz="1700">
                <a:solidFill>
                  <a:schemeClr val="lt1"/>
                </a:solidFill>
              </a:defRPr>
            </a:lvl8pPr>
            <a:lvl9pPr>
              <a:lnSpc>
                <a:spcPct val="115000"/>
              </a:lnSpc>
              <a:spcBef>
                <a:spcPts val="0"/>
              </a:spcBef>
              <a:spcAft>
                <a:spcPts val="0"/>
              </a:spcAft>
              <a:buClr>
                <a:schemeClr val="lt1"/>
              </a:buClr>
              <a:buSzPts val="1700"/>
              <a:buNone/>
              <a:defRPr sz="1700">
                <a:solidFill>
                  <a:schemeClr val="lt1"/>
                </a:solidFill>
              </a:defRPr>
            </a:lvl9pPr>
          </a:lstStyle>
          <a:p xmlns:a="http://schemas.openxmlformats.org/drawingml/2006/main"/>
        </p:txBody>
      </p:sp>
    </p:spTree>
  </p:cSld>
</p:sldLayout>
</file>

<file path=ppt/slideLayouts/slideLayout31.xml><?xml version="1.0" encoding="utf-8"?>
<p:sldLayout xmlns:p="http://schemas.openxmlformats.org/presentationml/2006/main" matchingName="Слайд КОД+ТЕКСТ 1 1">
  <p:cSld name="CUSTOM_4_2">
    <p:spTree>
      <p:nvGrpSpPr>
        <p:cNvPr id="1" name=""/>
        <p:cNvGrpSpPr/>
        <p:nvPr/>
      </p:nvGrpSpPr>
      <p:grpSpPr>
        <a:xfrm xmlns:a="http://schemas.openxmlformats.org/drawingml/2006/main"/>
      </p:grpSpPr>
      <p:sp>
        <p:nvSpPr>
          <p:cNvPr id="138" name="Google Shape;138;p34">
            <a:extLst xmlns:a="http://schemas.openxmlformats.org/drawingml/2006/main">
              <a:ext uri="{FF2B5EF4-FFF2-40B4-BE49-F238E27FC236}">
                <a16:creationId xmlns:a16="http://schemas.microsoft.com/office/drawing/2014/main" id="{1C5BF39A-16D8-4FA1-A6E0-BC53394493D0}"/>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39" name="Google Shape;139;p34">
            <a:extLst xmlns:a="http://schemas.openxmlformats.org/drawingml/2006/main">
              <a:ext uri="{FF2B5EF4-FFF2-40B4-BE49-F238E27FC236}">
                <a16:creationId xmlns:a16="http://schemas.microsoft.com/office/drawing/2014/main" id="{BBABD3E6-ECB4-4989-B338-B60694A18361}"/>
              </a:ext>
            </a:extLst>
          </p:cNvPr>
          <p:cNvSpPr>
            <a:spLocks xmlns:a="http://schemas.openxmlformats.org/drawingml/2006/main" noGrp="1"/>
          </p:cNvSpPr>
          <p:nvPr>
            <p:ph type="subTitle" idx="1"/>
          </p:nvPr>
        </p:nvSpPr>
        <p:spPr>
          <a:xfrm xmlns:a="http://schemas.openxmlformats.org/drawingml/2006/main">
            <a:off x="544050" y="1350425"/>
            <a:ext cx="5316300" cy="904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2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xmlns:a="http://schemas.openxmlformats.org/drawingml/2006/main"/>
        </p:txBody>
      </p:sp>
      <p:sp>
        <p:nvSpPr>
          <p:cNvPr id="140" name="Google Shape;140;p34">
            <a:extLst xmlns:a="http://schemas.openxmlformats.org/drawingml/2006/main">
              <a:ext uri="{FF2B5EF4-FFF2-40B4-BE49-F238E27FC236}">
                <a16:creationId xmlns:a16="http://schemas.microsoft.com/office/drawing/2014/main" id="{3B12B768-29D1-4593-B407-AA7F550E18D7}"/>
              </a:ext>
            </a:extLst>
          </p:cNvPr>
          <p:cNvSpPr>
            <a:spLocks xmlns:a="http://schemas.openxmlformats.org/drawingml/2006/main" noGrp="1"/>
          </p:cNvSpPr>
          <p:nvPr/>
        </p:nvSpPr>
        <p:spPr>
          <a:xfrm xmlns:a="http://schemas.openxmlformats.org/drawingml/2006/main">
            <a:off x="606200" y="2144231"/>
            <a:ext cx="7938600" cy="2464500"/>
          </a:xfrm>
          <a:prstGeom xmlns:a="http://schemas.openxmlformats.org/drawingml/2006/main" prst="rect">
            <a:avLst/>
          </a:prstGeom>
          <a:solidFill xmlns:a="http://schemas.openxmlformats.org/drawingml/2006/main">
            <a:srgbClr val="FBFBF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1" name="Google Shape;141;p34">
            <a:extLst xmlns:a="http://schemas.openxmlformats.org/drawingml/2006/main">
              <a:ext uri="{FF2B5EF4-FFF2-40B4-BE49-F238E27FC236}">
                <a16:creationId xmlns:a16="http://schemas.microsoft.com/office/drawing/2014/main" id="{E3FFB7F0-2663-46ED-8FE5-E551BBDB9ABC}"/>
              </a:ext>
            </a:extLst>
          </p:cNvPr>
          <p:cNvSpPr>
            <a:spLocks xmlns:a="http://schemas.openxmlformats.org/drawingml/2006/main" noGrp="1"/>
          </p:cNvSpPr>
          <p:nvPr>
            <p:ph type="subTitle" idx="2"/>
          </p:nvPr>
        </p:nvSpPr>
        <p:spPr>
          <a:xfrm xmlns:a="http://schemas.openxmlformats.org/drawingml/2006/main">
            <a:off x="795050" y="2220038"/>
            <a:ext cx="7568100" cy="2363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15000"/>
              </a:lnSpc>
              <a:spcBef>
                <a:spcPts val="0"/>
              </a:spcBef>
              <a:spcAft>
                <a:spcPts val="0"/>
              </a:spcAft>
              <a:buSzPts val="1300"/>
              <a:buFont typeface="Courier New"/>
              <a:buNone/>
              <a:defRPr sz="1300">
                <a:latin typeface="Courier New"/>
                <a:ea typeface="Courier New"/>
                <a:cs typeface="Courier New"/>
              </a:defRPr>
            </a:lvl1pPr>
            <a:lvl2pPr>
              <a:lnSpc>
                <a:spcPct val="115000"/>
              </a:lnSpc>
              <a:spcBef>
                <a:spcPts val="0"/>
              </a:spcBef>
              <a:spcAft>
                <a:spcPts val="0"/>
              </a:spcAft>
              <a:buSzPts val="1700"/>
              <a:buNone/>
              <a:defRPr sz="1700"/>
            </a:lvl2pPr>
            <a:lvl3pPr>
              <a:lnSpc>
                <a:spcPct val="115000"/>
              </a:lnSpc>
              <a:spcBef>
                <a:spcPts val="0"/>
              </a:spcBef>
              <a:spcAft>
                <a:spcPts val="0"/>
              </a:spcAft>
              <a:buSzPts val="1700"/>
              <a:buNone/>
              <a:defRPr sz="1700"/>
            </a:lvl3pPr>
            <a:lvl4pPr>
              <a:lnSpc>
                <a:spcPct val="115000"/>
              </a:lnSpc>
              <a:spcBef>
                <a:spcPts val="0"/>
              </a:spcBef>
              <a:spcAft>
                <a:spcPts val="0"/>
              </a:spcAft>
              <a:buSzPts val="1700"/>
              <a:buNone/>
              <a:defRPr sz="1700"/>
            </a:lvl4pPr>
            <a:lvl5pPr>
              <a:lnSpc>
                <a:spcPct val="115000"/>
              </a:lnSpc>
              <a:spcBef>
                <a:spcPts val="0"/>
              </a:spcBef>
              <a:spcAft>
                <a:spcPts val="0"/>
              </a:spcAft>
              <a:buSzPts val="1700"/>
              <a:buNone/>
              <a:defRPr sz="1700"/>
            </a:lvl5pPr>
            <a:lvl6pPr>
              <a:lnSpc>
                <a:spcPct val="115000"/>
              </a:lnSpc>
              <a:spcBef>
                <a:spcPts val="0"/>
              </a:spcBef>
              <a:spcAft>
                <a:spcPts val="0"/>
              </a:spcAft>
              <a:buSzPts val="1700"/>
              <a:buNone/>
              <a:defRPr sz="1700"/>
            </a:lvl6pPr>
            <a:lvl7pPr>
              <a:lnSpc>
                <a:spcPct val="115000"/>
              </a:lnSpc>
              <a:spcBef>
                <a:spcPts val="0"/>
              </a:spcBef>
              <a:spcAft>
                <a:spcPts val="0"/>
              </a:spcAft>
              <a:buSzPts val="1700"/>
              <a:buNone/>
              <a:defRPr sz="1700"/>
            </a:lvl7pPr>
            <a:lvl8pPr>
              <a:lnSpc>
                <a:spcPct val="115000"/>
              </a:lnSpc>
              <a:spcBef>
                <a:spcPts val="0"/>
              </a:spcBef>
              <a:spcAft>
                <a:spcPts val="0"/>
              </a:spcAft>
              <a:buSzPts val="1700"/>
              <a:buNone/>
              <a:defRPr sz="1700"/>
            </a:lvl8pPr>
            <a:lvl9pPr>
              <a:lnSpc>
                <a:spcPct val="115000"/>
              </a:lnSpc>
              <a:spcBef>
                <a:spcPts val="0"/>
              </a:spcBef>
              <a:spcAft>
                <a:spcPts val="0"/>
              </a:spcAft>
              <a:buSzPts val="1700"/>
              <a:buNone/>
              <a:defRPr sz="1700"/>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aa5c703920974a3a" /><Relationship Type="http://schemas.openxmlformats.org/officeDocument/2006/relationships/theme" Target="/ppt/slideMasters/theme/theme2.xml" Id="R9d6db201fa1f42e0" /><Relationship Type="http://schemas.openxmlformats.org/officeDocument/2006/relationships/slideLayout" Target="/ppt/slideLayouts/slideLayout1.xml" Id="R08ceea40e3b64d29" /><Relationship Type="http://schemas.openxmlformats.org/officeDocument/2006/relationships/slideLayout" Target="/ppt/slideLayouts/slideLayout2.xml" Id="R6e23b8fa23c54d76" /><Relationship Type="http://schemas.openxmlformats.org/officeDocument/2006/relationships/slideLayout" Target="/ppt/slideLayouts/slideLayout3.xml" Id="Rb26230e76e874207" /><Relationship Type="http://schemas.openxmlformats.org/officeDocument/2006/relationships/slideLayout" Target="/ppt/slideLayouts/slideLayout4.xml" Id="R7c70b8ea8e154283" /><Relationship Type="http://schemas.openxmlformats.org/officeDocument/2006/relationships/slideLayout" Target="/ppt/slideLayouts/slideLayout5.xml" Id="R5812e0fb42b84009" /><Relationship Type="http://schemas.openxmlformats.org/officeDocument/2006/relationships/slideLayout" Target="/ppt/slideLayouts/slideLayout6.xml" Id="R105c101ac20d47f4" /><Relationship Type="http://schemas.openxmlformats.org/officeDocument/2006/relationships/slideLayout" Target="/ppt/slideLayouts/slideLayout7.xml" Id="R8d5875508a744815" /><Relationship Type="http://schemas.openxmlformats.org/officeDocument/2006/relationships/slideLayout" Target="/ppt/slideLayouts/slideLayout8.xml" Id="R0ab74f6dcec34358" /><Relationship Type="http://schemas.openxmlformats.org/officeDocument/2006/relationships/slideLayout" Target="/ppt/slideLayouts/slideLayout9.xml" Id="R888a3fb210324ff7" /><Relationship Type="http://schemas.openxmlformats.org/officeDocument/2006/relationships/slideLayout" Target="/ppt/slideLayouts/slideLayout10.xml" Id="R4ea5d64fc8644d58" /><Relationship Type="http://schemas.openxmlformats.org/officeDocument/2006/relationships/slideLayout" Target="/ppt/slideLayouts/slideLayout11.xml" Id="R6063b35960534bd8" /><Relationship Type="http://schemas.openxmlformats.org/officeDocument/2006/relationships/slideLayout" Target="/ppt/slideLayouts/slideLayout12.xml" Id="R01485d1e478d48a5" /><Relationship Type="http://schemas.openxmlformats.org/officeDocument/2006/relationships/slideLayout" Target="/ppt/slideLayouts/slideLayout13.xml" Id="R731d1cc79e5b4d01" /><Relationship Type="http://schemas.openxmlformats.org/officeDocument/2006/relationships/slideLayout" Target="/ppt/slideLayouts/slideLayout14.xml" Id="R7528d250c24a4717" /></Relationships>
</file>

<file path=ppt/slideMasters/_rels/slideMaster2.xml.rels>&#65279;<?xml version="1.0" encoding="utf-8"?><Relationships xmlns="http://schemas.openxmlformats.org/package/2006/relationships"><Relationship Type="http://schemas.openxmlformats.org/officeDocument/2006/relationships/image" Target="/ppt/media/image.png" Id="Rb2db5b104fa74602" /><Relationship Type="http://schemas.openxmlformats.org/officeDocument/2006/relationships/theme" Target="/ppt/slideMasters/theme/theme3.xml" Id="R33b5151211b54b3b" /><Relationship Type="http://schemas.openxmlformats.org/officeDocument/2006/relationships/slideLayout" Target="/ppt/slideLayouts/slideLayout15.xml" Id="R20e2c966b14744ba" /><Relationship Type="http://schemas.openxmlformats.org/officeDocument/2006/relationships/slideLayout" Target="/ppt/slideLayouts/slideLayout16.xml" Id="Re061730350aa4253" /><Relationship Type="http://schemas.openxmlformats.org/officeDocument/2006/relationships/slideLayout" Target="/ppt/slideLayouts/slideLayout17.xml" Id="R98611ae7bd3740e5" /><Relationship Type="http://schemas.openxmlformats.org/officeDocument/2006/relationships/slideLayout" Target="/ppt/slideLayouts/slideLayout18.xml" Id="R897e163234774811" /><Relationship Type="http://schemas.openxmlformats.org/officeDocument/2006/relationships/slideLayout" Target="/ppt/slideLayouts/slideLayout19.xml" Id="R3efd5e966c0b4bf0" /><Relationship Type="http://schemas.openxmlformats.org/officeDocument/2006/relationships/slideLayout" Target="/ppt/slideLayouts/slideLayout20.xml" Id="Rf140e5c581914f01" /><Relationship Type="http://schemas.openxmlformats.org/officeDocument/2006/relationships/slideLayout" Target="/ppt/slideLayouts/slideLayout21.xml" Id="Rfd46042bac1b4bcc" /><Relationship Type="http://schemas.openxmlformats.org/officeDocument/2006/relationships/slideLayout" Target="/ppt/slideLayouts/slideLayout22.xml" Id="R88d5173bed5a44e2" /><Relationship Type="http://schemas.openxmlformats.org/officeDocument/2006/relationships/slideLayout" Target="/ppt/slideLayouts/slideLayout23.xml" Id="R20ca1dcd94ff4165" /><Relationship Type="http://schemas.openxmlformats.org/officeDocument/2006/relationships/slideLayout" Target="/ppt/slideLayouts/slideLayout24.xml" Id="R829e853341924582" /></Relationships>
</file>

<file path=ppt/slideMasters/_rels/slideMaster3.xml.rels>&#65279;<?xml version="1.0" encoding="utf-8"?><Relationships xmlns="http://schemas.openxmlformats.org/package/2006/relationships"><Relationship Type="http://schemas.openxmlformats.org/officeDocument/2006/relationships/image" Target="/ppt/media/image.png" Id="R7195a9714185428f" /><Relationship Type="http://schemas.openxmlformats.org/officeDocument/2006/relationships/theme" Target="/ppt/slideMasters/theme/theme4.xml" Id="Rfdacfb4c791946bf" /><Relationship Type="http://schemas.openxmlformats.org/officeDocument/2006/relationships/slideLayout" Target="/ppt/slideLayouts/slideLayout25.xml" Id="R38f63ec9035d4449" /><Relationship Type="http://schemas.openxmlformats.org/officeDocument/2006/relationships/slideLayout" Target="/ppt/slideLayouts/slideLayout26.xml" Id="R9f961ac1cb774a71" /><Relationship Type="http://schemas.openxmlformats.org/officeDocument/2006/relationships/slideLayout" Target="/ppt/slideLayouts/slideLayout27.xml" Id="R55018ee8979c436d" /><Relationship Type="http://schemas.openxmlformats.org/officeDocument/2006/relationships/slideLayout" Target="/ppt/slideLayouts/slideLayout28.xml" Id="Rbe17cd7100a84455" /><Relationship Type="http://schemas.openxmlformats.org/officeDocument/2006/relationships/slideLayout" Target="/ppt/slideLayouts/slideLayout29.xml" Id="R57f02a3b5e674393" /><Relationship Type="http://schemas.openxmlformats.org/officeDocument/2006/relationships/slideLayout" Target="/ppt/slideLayouts/slideLayout30.xml" Id="Ra9e4c9d003424fb1" /><Relationship Type="http://schemas.openxmlformats.org/officeDocument/2006/relationships/slideLayout" Target="/ppt/slideLayouts/slideLayout31.xml" Id="R81a5ef0c69f14ddf" /></Relationships>
</file>

<file path=ppt/slideMasters/slideMaster1.xml><?xml version="1.0" encoding="utf-8"?>
<p:sldMaster xmlns:p="http://schemas.openxmlformats.org/presentationml/2006/main">
  <p:cSld name="simple-light-2">
    <p:bg>
      <p:bgPr>
        <a:blipFill xmlns:a="http://schemas.openxmlformats.org/drawingml/2006/main">
          <a:blip xmlns:r="http://schemas.openxmlformats.org/officeDocument/2006/relationships" r:embed="Raa5c703920974a3a">
            <a:alphaModFix/>
          </a:blip>
          <a:stretch>
            <a:fillRect l="0" t="0" r="0" b="0"/>
          </a:stretch>
        </a:blip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D4975632-C54F-411F-81A0-6023974F57D3}"/>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3100"/>
              <a:buFont typeface="Roboto"/>
              <a:buNone/>
              <a:defRPr sz="3100" b="1">
                <a:solidFill>
                  <a:schemeClr val="dk1"/>
                </a:solidFill>
                <a:latin typeface="Roboto"/>
                <a:ea typeface="Roboto"/>
                <a:cs typeface="Roboto"/>
              </a:defRPr>
            </a:lvl1pPr>
            <a:lvl2pPr>
              <a:spcBef>
                <a:spcPts val="0"/>
              </a:spcBef>
              <a:spcAft>
                <a:spcPts val="0"/>
              </a:spcAft>
              <a:buClr>
                <a:schemeClr val="dk1"/>
              </a:buClr>
              <a:buSzPts val="2800"/>
              <a:buFont typeface="Roboto"/>
              <a:buNone/>
              <a:defRPr sz="2800">
                <a:solidFill>
                  <a:schemeClr val="dk1"/>
                </a:solidFill>
                <a:latin typeface="Roboto"/>
                <a:ea typeface="Roboto"/>
                <a:cs typeface="Roboto"/>
              </a:defRPr>
            </a:lvl2pPr>
            <a:lvl3pPr>
              <a:spcBef>
                <a:spcPts val="0"/>
              </a:spcBef>
              <a:spcAft>
                <a:spcPts val="0"/>
              </a:spcAft>
              <a:buClr>
                <a:schemeClr val="dk1"/>
              </a:buClr>
              <a:buSzPts val="2800"/>
              <a:buFont typeface="Roboto"/>
              <a:buNone/>
              <a:defRPr sz="2800">
                <a:solidFill>
                  <a:schemeClr val="dk1"/>
                </a:solidFill>
                <a:latin typeface="Roboto"/>
                <a:ea typeface="Roboto"/>
                <a:cs typeface="Roboto"/>
              </a:defRPr>
            </a:lvl3pPr>
            <a:lvl4pPr>
              <a:spcBef>
                <a:spcPts val="0"/>
              </a:spcBef>
              <a:spcAft>
                <a:spcPts val="0"/>
              </a:spcAft>
              <a:buClr>
                <a:schemeClr val="dk1"/>
              </a:buClr>
              <a:buSzPts val="2800"/>
              <a:buFont typeface="Roboto"/>
              <a:buNone/>
              <a:defRPr sz="2800">
                <a:solidFill>
                  <a:schemeClr val="dk1"/>
                </a:solidFill>
                <a:latin typeface="Roboto"/>
                <a:ea typeface="Roboto"/>
                <a:cs typeface="Roboto"/>
              </a:defRPr>
            </a:lvl4pPr>
            <a:lvl5pPr>
              <a:spcBef>
                <a:spcPts val="0"/>
              </a:spcBef>
              <a:spcAft>
                <a:spcPts val="0"/>
              </a:spcAft>
              <a:buClr>
                <a:schemeClr val="dk1"/>
              </a:buClr>
              <a:buSzPts val="2800"/>
              <a:buFont typeface="Roboto"/>
              <a:buNone/>
              <a:defRPr sz="2800">
                <a:solidFill>
                  <a:schemeClr val="dk1"/>
                </a:solidFill>
                <a:latin typeface="Roboto"/>
                <a:ea typeface="Roboto"/>
                <a:cs typeface="Roboto"/>
              </a:defRPr>
            </a:lvl5pPr>
            <a:lvl6pPr>
              <a:spcBef>
                <a:spcPts val="0"/>
              </a:spcBef>
              <a:spcAft>
                <a:spcPts val="0"/>
              </a:spcAft>
              <a:buClr>
                <a:schemeClr val="dk1"/>
              </a:buClr>
              <a:buSzPts val="2800"/>
              <a:buFont typeface="Roboto"/>
              <a:buNone/>
              <a:defRPr sz="2800">
                <a:solidFill>
                  <a:schemeClr val="dk1"/>
                </a:solidFill>
                <a:latin typeface="Roboto"/>
                <a:ea typeface="Roboto"/>
                <a:cs typeface="Roboto"/>
              </a:defRPr>
            </a:lvl6pPr>
            <a:lvl7pPr>
              <a:spcBef>
                <a:spcPts val="0"/>
              </a:spcBef>
              <a:spcAft>
                <a:spcPts val="0"/>
              </a:spcAft>
              <a:buClr>
                <a:schemeClr val="dk1"/>
              </a:buClr>
              <a:buSzPts val="2800"/>
              <a:buFont typeface="Roboto"/>
              <a:buNone/>
              <a:defRPr sz="2800">
                <a:solidFill>
                  <a:schemeClr val="dk1"/>
                </a:solidFill>
                <a:latin typeface="Roboto"/>
                <a:ea typeface="Roboto"/>
                <a:cs typeface="Roboto"/>
              </a:defRPr>
            </a:lvl7pPr>
            <a:lvl8pPr>
              <a:spcBef>
                <a:spcPts val="0"/>
              </a:spcBef>
              <a:spcAft>
                <a:spcPts val="0"/>
              </a:spcAft>
              <a:buClr>
                <a:schemeClr val="dk1"/>
              </a:buClr>
              <a:buSzPts val="2800"/>
              <a:buFont typeface="Roboto"/>
              <a:buNone/>
              <a:defRPr sz="2800">
                <a:solidFill>
                  <a:schemeClr val="dk1"/>
                </a:solidFill>
                <a:latin typeface="Roboto"/>
                <a:ea typeface="Roboto"/>
                <a:cs typeface="Roboto"/>
              </a:defRPr>
            </a:lvl8pPr>
            <a:lvl9pPr>
              <a:spcBef>
                <a:spcPts val="0"/>
              </a:spcBef>
              <a:spcAft>
                <a:spcPts val="0"/>
              </a:spcAft>
              <a:buClr>
                <a:schemeClr val="dk1"/>
              </a:buClr>
              <a:buSzPts val="2800"/>
              <a:buFont typeface="Roboto"/>
              <a:buNone/>
              <a:defRPr sz="2800">
                <a:solidFill>
                  <a:schemeClr val="dk1"/>
                </a:solidFill>
                <a:latin typeface="Roboto"/>
                <a:ea typeface="Roboto"/>
                <a:cs typeface="Roboto"/>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4544E30-392A-49C1-AE45-C2BEA52CFA2C}"/>
              </a:ext>
            </a:extLst>
          </p:cNvPr>
          <p:cNvSpPr>
            <a:spLocks xmlns:a="http://schemas.openxmlformats.org/drawingml/2006/main" noGrp="1"/>
          </p:cNvSpPr>
          <p:nvPr>
            <p:ph type="body" idx="1"/>
          </p:nvPr>
        </p:nvSpPr>
        <p:spPr>
          <a:xfrm xmlns:a="http://schemas.openxmlformats.org/drawingml/2006/main">
            <a:off x="424350" y="1578869"/>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defRPr>
            </a:lvl1pPr>
            <a:lvl2pPr marL="914400"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defRPr>
            </a:lvl2pPr>
            <a:lvl3pPr marL="13716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3pPr>
            <a:lvl4pPr marL="18288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4pPr>
            <a:lvl5pPr marL="22860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5pPr>
            <a:lvl6pPr marL="27432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6pPr>
            <a:lvl7pPr marL="32004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7pPr>
            <a:lvl8pPr marL="36576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8pPr>
            <a:lvl9pPr marL="41148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9B495C15-4F60-426D-AF62-73A2ECDF207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08ceea40e3b64d29"/>
    <p:sldLayoutId xmlns:r="http://schemas.openxmlformats.org/officeDocument/2006/relationships" id="2147483650" r:id="R6e23b8fa23c54d76"/>
    <p:sldLayoutId xmlns:r="http://schemas.openxmlformats.org/officeDocument/2006/relationships" id="2147483651" r:id="Rb26230e76e874207"/>
    <p:sldLayoutId xmlns:r="http://schemas.openxmlformats.org/officeDocument/2006/relationships" id="2147483652" r:id="R7c70b8ea8e154283"/>
    <p:sldLayoutId xmlns:r="http://schemas.openxmlformats.org/officeDocument/2006/relationships" id="2147483653" r:id="R5812e0fb42b84009"/>
    <p:sldLayoutId xmlns:r="http://schemas.openxmlformats.org/officeDocument/2006/relationships" id="2147483654" r:id="R105c101ac20d47f4"/>
    <p:sldLayoutId xmlns:r="http://schemas.openxmlformats.org/officeDocument/2006/relationships" id="2147483655" r:id="R8d5875508a744815"/>
    <p:sldLayoutId xmlns:r="http://schemas.openxmlformats.org/officeDocument/2006/relationships" id="2147483656" r:id="R0ab74f6dcec34358"/>
    <p:sldLayoutId xmlns:r="http://schemas.openxmlformats.org/officeDocument/2006/relationships" id="2147483657" r:id="R888a3fb210324ff7"/>
    <p:sldLayoutId xmlns:r="http://schemas.openxmlformats.org/officeDocument/2006/relationships" id="2147483658" r:id="R4ea5d64fc8644d58"/>
    <p:sldLayoutId xmlns:r="http://schemas.openxmlformats.org/officeDocument/2006/relationships" id="2147483659" r:id="R6063b35960534bd8"/>
    <p:sldLayoutId xmlns:r="http://schemas.openxmlformats.org/officeDocument/2006/relationships" id="2147483660" r:id="R01485d1e478d48a5"/>
    <p:sldLayoutId xmlns:r="http://schemas.openxmlformats.org/officeDocument/2006/relationships" id="2147483661" r:id="R731d1cc79e5b4d01"/>
    <p:sldLayoutId xmlns:r="http://schemas.openxmlformats.org/officeDocument/2006/relationships" id="2147483662" r:id="R7528d250c24a471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light-2">
    <p:bg>
      <p:bgPr>
        <a:blipFill xmlns:a="http://schemas.openxmlformats.org/drawingml/2006/main">
          <a:blip xmlns:r="http://schemas.openxmlformats.org/officeDocument/2006/relationships" r:embed="Rb2db5b104fa74602">
            <a:alphaModFix/>
          </a:blip>
          <a:stretch>
            <a:fillRect l="0" t="0" r="0" b="0"/>
          </a:stretch>
        </a:blipFill>
      </p:bgPr>
    </p:bg>
    <p:spTree>
      <p:nvGrpSpPr>
        <p:cNvPr id="1" name=""/>
        <p:cNvGrpSpPr/>
        <p:nvPr/>
      </p:nvGrpSpPr>
      <p:grpSpPr>
        <a:xfrm xmlns:a="http://schemas.openxmlformats.org/drawingml/2006/main"/>
      </p:grpSpPr>
      <p:sp>
        <p:nvSpPr>
          <p:cNvPr id="66" name="Google Shape;66;p16">
            <a:extLst xmlns:a="http://schemas.openxmlformats.org/drawingml/2006/main">
              <a:ext uri="{FF2B5EF4-FFF2-40B4-BE49-F238E27FC236}">
                <a16:creationId xmlns:a16="http://schemas.microsoft.com/office/drawing/2014/main" id="{14F43D49-C3E8-4803-B761-C24D58FCA5AD}"/>
              </a:ext>
            </a:extLst>
          </p:cNvPr>
          <p:cNvSpPr>
            <a:spLocks xmlns:a="http://schemas.openxmlformats.org/drawingml/2006/main" noGrp="1"/>
          </p:cNvSpPr>
          <p:nvPr>
            <p:ph type="title" idx="0"/>
          </p:nvPr>
        </p:nvSpPr>
        <p:spPr>
          <a:xfrm xmlns:a="http://schemas.openxmlformats.org/drawingml/2006/main">
            <a:off x="500550" y="330724"/>
            <a:ext cx="8520600" cy="109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3000"/>
              <a:buFont typeface="Roboto"/>
              <a:buNone/>
              <a:defRPr sz="3000" b="1">
                <a:solidFill>
                  <a:schemeClr val="dk1"/>
                </a:solidFill>
                <a:latin typeface="Roboto"/>
                <a:ea typeface="Roboto"/>
                <a:cs typeface="Roboto"/>
              </a:defRPr>
            </a:lvl1pPr>
            <a:lvl2pPr>
              <a:spcBef>
                <a:spcPts val="0"/>
              </a:spcBef>
              <a:spcAft>
                <a:spcPts val="0"/>
              </a:spcAft>
              <a:buClr>
                <a:schemeClr val="dk1"/>
              </a:buClr>
              <a:buSzPts val="2800"/>
              <a:buFont typeface="Roboto"/>
              <a:buNone/>
              <a:defRPr sz="2800">
                <a:solidFill>
                  <a:schemeClr val="dk1"/>
                </a:solidFill>
                <a:latin typeface="Roboto"/>
                <a:ea typeface="Roboto"/>
                <a:cs typeface="Roboto"/>
              </a:defRPr>
            </a:lvl2pPr>
            <a:lvl3pPr>
              <a:spcBef>
                <a:spcPts val="0"/>
              </a:spcBef>
              <a:spcAft>
                <a:spcPts val="0"/>
              </a:spcAft>
              <a:buClr>
                <a:schemeClr val="dk1"/>
              </a:buClr>
              <a:buSzPts val="2800"/>
              <a:buFont typeface="Roboto"/>
              <a:buNone/>
              <a:defRPr sz="2800">
                <a:solidFill>
                  <a:schemeClr val="dk1"/>
                </a:solidFill>
                <a:latin typeface="Roboto"/>
                <a:ea typeface="Roboto"/>
                <a:cs typeface="Roboto"/>
              </a:defRPr>
            </a:lvl3pPr>
            <a:lvl4pPr>
              <a:spcBef>
                <a:spcPts val="0"/>
              </a:spcBef>
              <a:spcAft>
                <a:spcPts val="0"/>
              </a:spcAft>
              <a:buClr>
                <a:schemeClr val="dk1"/>
              </a:buClr>
              <a:buSzPts val="2800"/>
              <a:buFont typeface="Roboto"/>
              <a:buNone/>
              <a:defRPr sz="2800">
                <a:solidFill>
                  <a:schemeClr val="dk1"/>
                </a:solidFill>
                <a:latin typeface="Roboto"/>
                <a:ea typeface="Roboto"/>
                <a:cs typeface="Roboto"/>
              </a:defRPr>
            </a:lvl4pPr>
            <a:lvl5pPr>
              <a:spcBef>
                <a:spcPts val="0"/>
              </a:spcBef>
              <a:spcAft>
                <a:spcPts val="0"/>
              </a:spcAft>
              <a:buClr>
                <a:schemeClr val="dk1"/>
              </a:buClr>
              <a:buSzPts val="2800"/>
              <a:buFont typeface="Roboto"/>
              <a:buNone/>
              <a:defRPr sz="2800">
                <a:solidFill>
                  <a:schemeClr val="dk1"/>
                </a:solidFill>
                <a:latin typeface="Roboto"/>
                <a:ea typeface="Roboto"/>
                <a:cs typeface="Roboto"/>
              </a:defRPr>
            </a:lvl5pPr>
            <a:lvl6pPr>
              <a:spcBef>
                <a:spcPts val="0"/>
              </a:spcBef>
              <a:spcAft>
                <a:spcPts val="0"/>
              </a:spcAft>
              <a:buClr>
                <a:schemeClr val="dk1"/>
              </a:buClr>
              <a:buSzPts val="2800"/>
              <a:buFont typeface="Roboto"/>
              <a:buNone/>
              <a:defRPr sz="2800">
                <a:solidFill>
                  <a:schemeClr val="dk1"/>
                </a:solidFill>
                <a:latin typeface="Roboto"/>
                <a:ea typeface="Roboto"/>
                <a:cs typeface="Roboto"/>
              </a:defRPr>
            </a:lvl6pPr>
            <a:lvl7pPr>
              <a:spcBef>
                <a:spcPts val="0"/>
              </a:spcBef>
              <a:spcAft>
                <a:spcPts val="0"/>
              </a:spcAft>
              <a:buClr>
                <a:schemeClr val="dk1"/>
              </a:buClr>
              <a:buSzPts val="2800"/>
              <a:buFont typeface="Roboto"/>
              <a:buNone/>
              <a:defRPr sz="2800">
                <a:solidFill>
                  <a:schemeClr val="dk1"/>
                </a:solidFill>
                <a:latin typeface="Roboto"/>
                <a:ea typeface="Roboto"/>
                <a:cs typeface="Roboto"/>
              </a:defRPr>
            </a:lvl7pPr>
            <a:lvl8pPr>
              <a:spcBef>
                <a:spcPts val="0"/>
              </a:spcBef>
              <a:spcAft>
                <a:spcPts val="0"/>
              </a:spcAft>
              <a:buClr>
                <a:schemeClr val="dk1"/>
              </a:buClr>
              <a:buSzPts val="2800"/>
              <a:buFont typeface="Roboto"/>
              <a:buNone/>
              <a:defRPr sz="2800">
                <a:solidFill>
                  <a:schemeClr val="dk1"/>
                </a:solidFill>
                <a:latin typeface="Roboto"/>
                <a:ea typeface="Roboto"/>
                <a:cs typeface="Roboto"/>
              </a:defRPr>
            </a:lvl8pPr>
            <a:lvl9pPr>
              <a:spcBef>
                <a:spcPts val="0"/>
              </a:spcBef>
              <a:spcAft>
                <a:spcPts val="0"/>
              </a:spcAft>
              <a:buClr>
                <a:schemeClr val="dk1"/>
              </a:buClr>
              <a:buSzPts val="2800"/>
              <a:buFont typeface="Roboto"/>
              <a:buNone/>
              <a:defRPr sz="2800">
                <a:solidFill>
                  <a:schemeClr val="dk1"/>
                </a:solidFill>
                <a:latin typeface="Roboto"/>
                <a:ea typeface="Roboto"/>
                <a:cs typeface="Roboto"/>
              </a:defRPr>
            </a:lvl9pPr>
          </a:lstStyle>
          <a:p xmlns:a="http://schemas.openxmlformats.org/drawingml/2006/main"/>
        </p:txBody>
      </p:sp>
      <p:sp>
        <p:nvSpPr>
          <p:cNvPr id="67" name="Google Shape;67;p16">
            <a:extLst xmlns:a="http://schemas.openxmlformats.org/drawingml/2006/main">
              <a:ext uri="{FF2B5EF4-FFF2-40B4-BE49-F238E27FC236}">
                <a16:creationId xmlns:a16="http://schemas.microsoft.com/office/drawing/2014/main" id="{ADF6AE0F-340F-48E8-BD60-7BEC57772B08}"/>
              </a:ext>
            </a:extLst>
          </p:cNvPr>
          <p:cNvSpPr>
            <a:spLocks xmlns:a="http://schemas.openxmlformats.org/drawingml/2006/main" noGrp="1"/>
          </p:cNvSpPr>
          <p:nvPr>
            <p:ph type="body" idx="1"/>
          </p:nvPr>
        </p:nvSpPr>
        <p:spPr>
          <a:xfrm xmlns:a="http://schemas.openxmlformats.org/drawingml/2006/main">
            <a:off x="424350" y="1578869"/>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defRPr>
            </a:lvl1pPr>
            <a:lvl2pPr marL="914400"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defRPr>
            </a:lvl2pPr>
            <a:lvl3pPr marL="13716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3pPr>
            <a:lvl4pPr marL="18288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4pPr>
            <a:lvl5pPr marL="22860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5pPr>
            <a:lvl6pPr marL="27432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6pPr>
            <a:lvl7pPr marL="32004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7pPr>
            <a:lvl8pPr marL="36576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8pPr>
            <a:lvl9pPr marL="41148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9pPr>
          </a:lstStyle>
          <a:p xmlns:a="http://schemas.openxmlformats.org/drawingml/2006/main"/>
        </p:txBody>
      </p:sp>
      <p:sp>
        <p:nvSpPr>
          <p:cNvPr id="68" name="Google Shape;68;p16">
            <a:extLst xmlns:a="http://schemas.openxmlformats.org/drawingml/2006/main">
              <a:ext uri="{FF2B5EF4-FFF2-40B4-BE49-F238E27FC236}">
                <a16:creationId xmlns:a16="http://schemas.microsoft.com/office/drawing/2014/main" id="{B513BB79-5CAB-42E0-82F6-2CC23677DA0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4" r:id="R20e2c966b14744ba"/>
    <p:sldLayoutId xmlns:r="http://schemas.openxmlformats.org/officeDocument/2006/relationships" id="2147483665" r:id="Re061730350aa4253"/>
    <p:sldLayoutId xmlns:r="http://schemas.openxmlformats.org/officeDocument/2006/relationships" id="2147483666" r:id="R98611ae7bd3740e5"/>
    <p:sldLayoutId xmlns:r="http://schemas.openxmlformats.org/officeDocument/2006/relationships" id="2147483667" r:id="R897e163234774811"/>
    <p:sldLayoutId xmlns:r="http://schemas.openxmlformats.org/officeDocument/2006/relationships" id="2147483668" r:id="R3efd5e966c0b4bf0"/>
    <p:sldLayoutId xmlns:r="http://schemas.openxmlformats.org/officeDocument/2006/relationships" id="2147483669" r:id="Rf140e5c581914f01"/>
    <p:sldLayoutId xmlns:r="http://schemas.openxmlformats.org/officeDocument/2006/relationships" id="2147483670" r:id="Rfd46042bac1b4bcc"/>
    <p:sldLayoutId xmlns:r="http://schemas.openxmlformats.org/officeDocument/2006/relationships" id="2147483671" r:id="R88d5173bed5a44e2"/>
    <p:sldLayoutId xmlns:r="http://schemas.openxmlformats.org/officeDocument/2006/relationships" id="2147483672" r:id="R20ca1dcd94ff4165"/>
    <p:sldLayoutId xmlns:r="http://schemas.openxmlformats.org/officeDocument/2006/relationships" id="2147483673" r:id="R829e85334192458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name="simple-light-2">
    <p:bg>
      <p:bgPr>
        <a:blipFill xmlns:a="http://schemas.openxmlformats.org/drawingml/2006/main">
          <a:blip xmlns:r="http://schemas.openxmlformats.org/officeDocument/2006/relationships" r:embed="R7195a9714185428f">
            <a:alphaModFix/>
          </a:blip>
          <a:stretch>
            <a:fillRect l="0" t="0" r="0" b="0"/>
          </a:stretch>
        </a:blipFill>
      </p:bgPr>
    </p:bg>
    <p:spTree>
      <p:nvGrpSpPr>
        <p:cNvPr id="1" name=""/>
        <p:cNvGrpSpPr/>
        <p:nvPr/>
      </p:nvGrpSpPr>
      <p:grpSpPr>
        <a:xfrm xmlns:a="http://schemas.openxmlformats.org/drawingml/2006/main"/>
      </p:grpSpPr>
      <p:sp>
        <p:nvSpPr>
          <p:cNvPr id="117" name="Google Shape;117;p27">
            <a:extLst xmlns:a="http://schemas.openxmlformats.org/drawingml/2006/main">
              <a:ext uri="{FF2B5EF4-FFF2-40B4-BE49-F238E27FC236}">
                <a16:creationId xmlns:a16="http://schemas.microsoft.com/office/drawing/2014/main" id="{1698B32A-6281-4E7A-A51A-555178367106}"/>
              </a:ext>
            </a:extLst>
          </p:cNvPr>
          <p:cNvSpPr>
            <a:spLocks xmlns:a="http://schemas.openxmlformats.org/drawingml/2006/main" noGrp="1"/>
          </p:cNvSpPr>
          <p:nvPr>
            <p:ph type="title" idx="0"/>
          </p:nvPr>
        </p:nvSpPr>
        <p:spPr>
          <a:xfrm xmlns:a="http://schemas.openxmlformats.org/drawingml/2006/main">
            <a:off x="500550" y="330736"/>
            <a:ext cx="8520600" cy="97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3100"/>
              <a:buFont typeface="Roboto"/>
              <a:buNone/>
              <a:defRPr sz="3100" b="1">
                <a:solidFill>
                  <a:schemeClr val="dk1"/>
                </a:solidFill>
                <a:latin typeface="Roboto"/>
                <a:ea typeface="Roboto"/>
                <a:cs typeface="Roboto"/>
              </a:defRPr>
            </a:lvl1pPr>
            <a:lvl2pPr>
              <a:spcBef>
                <a:spcPts val="0"/>
              </a:spcBef>
              <a:spcAft>
                <a:spcPts val="0"/>
              </a:spcAft>
              <a:buClr>
                <a:schemeClr val="dk1"/>
              </a:buClr>
              <a:buSzPts val="2800"/>
              <a:buFont typeface="Roboto"/>
              <a:buNone/>
              <a:defRPr sz="2800">
                <a:solidFill>
                  <a:schemeClr val="dk1"/>
                </a:solidFill>
                <a:latin typeface="Roboto"/>
                <a:ea typeface="Roboto"/>
                <a:cs typeface="Roboto"/>
              </a:defRPr>
            </a:lvl2pPr>
            <a:lvl3pPr>
              <a:spcBef>
                <a:spcPts val="0"/>
              </a:spcBef>
              <a:spcAft>
                <a:spcPts val="0"/>
              </a:spcAft>
              <a:buClr>
                <a:schemeClr val="dk1"/>
              </a:buClr>
              <a:buSzPts val="2800"/>
              <a:buFont typeface="Roboto"/>
              <a:buNone/>
              <a:defRPr sz="2800">
                <a:solidFill>
                  <a:schemeClr val="dk1"/>
                </a:solidFill>
                <a:latin typeface="Roboto"/>
                <a:ea typeface="Roboto"/>
                <a:cs typeface="Roboto"/>
              </a:defRPr>
            </a:lvl3pPr>
            <a:lvl4pPr>
              <a:spcBef>
                <a:spcPts val="0"/>
              </a:spcBef>
              <a:spcAft>
                <a:spcPts val="0"/>
              </a:spcAft>
              <a:buClr>
                <a:schemeClr val="dk1"/>
              </a:buClr>
              <a:buSzPts val="2800"/>
              <a:buFont typeface="Roboto"/>
              <a:buNone/>
              <a:defRPr sz="2800">
                <a:solidFill>
                  <a:schemeClr val="dk1"/>
                </a:solidFill>
                <a:latin typeface="Roboto"/>
                <a:ea typeface="Roboto"/>
                <a:cs typeface="Roboto"/>
              </a:defRPr>
            </a:lvl4pPr>
            <a:lvl5pPr>
              <a:spcBef>
                <a:spcPts val="0"/>
              </a:spcBef>
              <a:spcAft>
                <a:spcPts val="0"/>
              </a:spcAft>
              <a:buClr>
                <a:schemeClr val="dk1"/>
              </a:buClr>
              <a:buSzPts val="2800"/>
              <a:buFont typeface="Roboto"/>
              <a:buNone/>
              <a:defRPr sz="2800">
                <a:solidFill>
                  <a:schemeClr val="dk1"/>
                </a:solidFill>
                <a:latin typeface="Roboto"/>
                <a:ea typeface="Roboto"/>
                <a:cs typeface="Roboto"/>
              </a:defRPr>
            </a:lvl5pPr>
            <a:lvl6pPr>
              <a:spcBef>
                <a:spcPts val="0"/>
              </a:spcBef>
              <a:spcAft>
                <a:spcPts val="0"/>
              </a:spcAft>
              <a:buClr>
                <a:schemeClr val="dk1"/>
              </a:buClr>
              <a:buSzPts val="2800"/>
              <a:buFont typeface="Roboto"/>
              <a:buNone/>
              <a:defRPr sz="2800">
                <a:solidFill>
                  <a:schemeClr val="dk1"/>
                </a:solidFill>
                <a:latin typeface="Roboto"/>
                <a:ea typeface="Roboto"/>
                <a:cs typeface="Roboto"/>
              </a:defRPr>
            </a:lvl6pPr>
            <a:lvl7pPr>
              <a:spcBef>
                <a:spcPts val="0"/>
              </a:spcBef>
              <a:spcAft>
                <a:spcPts val="0"/>
              </a:spcAft>
              <a:buClr>
                <a:schemeClr val="dk1"/>
              </a:buClr>
              <a:buSzPts val="2800"/>
              <a:buFont typeface="Roboto"/>
              <a:buNone/>
              <a:defRPr sz="2800">
                <a:solidFill>
                  <a:schemeClr val="dk1"/>
                </a:solidFill>
                <a:latin typeface="Roboto"/>
                <a:ea typeface="Roboto"/>
                <a:cs typeface="Roboto"/>
              </a:defRPr>
            </a:lvl7pPr>
            <a:lvl8pPr>
              <a:spcBef>
                <a:spcPts val="0"/>
              </a:spcBef>
              <a:spcAft>
                <a:spcPts val="0"/>
              </a:spcAft>
              <a:buClr>
                <a:schemeClr val="dk1"/>
              </a:buClr>
              <a:buSzPts val="2800"/>
              <a:buFont typeface="Roboto"/>
              <a:buNone/>
              <a:defRPr sz="2800">
                <a:solidFill>
                  <a:schemeClr val="dk1"/>
                </a:solidFill>
                <a:latin typeface="Roboto"/>
                <a:ea typeface="Roboto"/>
                <a:cs typeface="Roboto"/>
              </a:defRPr>
            </a:lvl8pPr>
            <a:lvl9pPr>
              <a:spcBef>
                <a:spcPts val="0"/>
              </a:spcBef>
              <a:spcAft>
                <a:spcPts val="0"/>
              </a:spcAft>
              <a:buClr>
                <a:schemeClr val="dk1"/>
              </a:buClr>
              <a:buSzPts val="2800"/>
              <a:buFont typeface="Roboto"/>
              <a:buNone/>
              <a:defRPr sz="2800">
                <a:solidFill>
                  <a:schemeClr val="dk1"/>
                </a:solidFill>
                <a:latin typeface="Roboto"/>
                <a:ea typeface="Roboto"/>
                <a:cs typeface="Roboto"/>
              </a:defRPr>
            </a:lvl9pPr>
          </a:lstStyle>
          <a:p xmlns:a="http://schemas.openxmlformats.org/drawingml/2006/main"/>
        </p:txBody>
      </p:sp>
      <p:sp>
        <p:nvSpPr>
          <p:cNvPr id="118" name="Google Shape;118;p27">
            <a:extLst xmlns:a="http://schemas.openxmlformats.org/drawingml/2006/main">
              <a:ext uri="{FF2B5EF4-FFF2-40B4-BE49-F238E27FC236}">
                <a16:creationId xmlns:a16="http://schemas.microsoft.com/office/drawing/2014/main" id="{AEC77389-7BB1-49A4-9369-D4BB4CDA05AA}"/>
              </a:ext>
            </a:extLst>
          </p:cNvPr>
          <p:cNvSpPr>
            <a:spLocks xmlns:a="http://schemas.openxmlformats.org/drawingml/2006/main" noGrp="1"/>
          </p:cNvSpPr>
          <p:nvPr>
            <p:ph type="body" idx="1"/>
          </p:nvPr>
        </p:nvSpPr>
        <p:spPr>
          <a:xfrm xmlns:a="http://schemas.openxmlformats.org/drawingml/2006/main">
            <a:off x="424350" y="1578869"/>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defRPr>
            </a:lvl1pPr>
            <a:lvl2pPr marL="914400"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defRPr>
            </a:lvl2pPr>
            <a:lvl3pPr marL="13716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3pPr>
            <a:lvl4pPr marL="18288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4pPr>
            <a:lvl5pPr marL="22860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5pPr>
            <a:lvl6pPr marL="27432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6pPr>
            <a:lvl7pPr marL="32004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7pPr>
            <a:lvl8pPr marL="36576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8pPr>
            <a:lvl9pPr marL="41148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9pPr>
          </a:lstStyle>
          <a:p xmlns:a="http://schemas.openxmlformats.org/drawingml/2006/main"/>
        </p:txBody>
      </p:sp>
      <p:sp>
        <p:nvSpPr>
          <p:cNvPr id="119" name="Google Shape;119;p27">
            <a:extLst xmlns:a="http://schemas.openxmlformats.org/drawingml/2006/main">
              <a:ext uri="{FF2B5EF4-FFF2-40B4-BE49-F238E27FC236}">
                <a16:creationId xmlns:a16="http://schemas.microsoft.com/office/drawing/2014/main" id="{7CBEEFDF-1008-40B8-ADAC-C6AC7F4129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75" r:id="R38f63ec9035d4449"/>
    <p:sldLayoutId xmlns:r="http://schemas.openxmlformats.org/officeDocument/2006/relationships" id="2147483676" r:id="R9f961ac1cb774a71"/>
    <p:sldLayoutId xmlns:r="http://schemas.openxmlformats.org/officeDocument/2006/relationships" id="2147483677" r:id="R55018ee8979c436d"/>
    <p:sldLayoutId xmlns:r="http://schemas.openxmlformats.org/officeDocument/2006/relationships" id="2147483678" r:id="Rbe17cd7100a84455"/>
    <p:sldLayoutId xmlns:r="http://schemas.openxmlformats.org/officeDocument/2006/relationships" id="2147483679" r:id="R57f02a3b5e674393"/>
    <p:sldLayoutId xmlns:r="http://schemas.openxmlformats.org/officeDocument/2006/relationships" id="2147483680" r:id="Ra9e4c9d003424fb1"/>
    <p:sldLayoutId xmlns:r="http://schemas.openxmlformats.org/officeDocument/2006/relationships" id="2147483681" r:id="R81a5ef0c69f14dd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Светлая тема">
  <a:themeElements>
    <a:clrScheme name="Simple Light">
      <a:dk1>
        <a:srgbClr val="000000"/>
      </a:dk1>
      <a:lt1>
        <a:srgbClr val="FFFFFF"/>
      </a:lt1>
      <a:dk2>
        <a:srgbClr val="6402BA"/>
      </a:dk2>
      <a:lt2>
        <a:srgbClr val="EEEEEE"/>
      </a:lt2>
      <a:accent1>
        <a:srgbClr val="7629BA"/>
      </a:accent1>
      <a:accent2>
        <a:srgbClr val="8B8EE3"/>
      </a:accent2>
      <a:accent3>
        <a:srgbClr val="BFC1F0"/>
      </a:accent3>
      <a:accent4>
        <a:srgbClr val="FFAB40"/>
      </a:accent4>
      <a:accent5>
        <a:srgbClr val="0097A7"/>
      </a:accent5>
      <a:accent6>
        <a:srgbClr val="EEFF41"/>
      </a:accent6>
      <a:hlink>
        <a:srgbClr val="8B8EE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64d600d4a234e34" /><Relationship Type="http://schemas.openxmlformats.org/officeDocument/2006/relationships/image" Target="/ppt/media/image8.png" Id="Rf812d5372d654ff9" /><Relationship Type="http://schemas.openxmlformats.org/officeDocument/2006/relationships/image" Target="/ppt/media/image9.png" Id="Rf42182093f724d72" /><Relationship Type="http://schemas.openxmlformats.org/officeDocument/2006/relationships/image" Target="/ppt/media/image10.png" Id="R401400476b3e487a" /><Relationship Type="http://schemas.openxmlformats.org/officeDocument/2006/relationships/notesSlide" Target="/ppt/notesSlides/notesSlide1.xml" Id="Rb4b2e48b738446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7.xml" Id="R0b57e75be908419a" /><Relationship Type="http://schemas.openxmlformats.org/officeDocument/2006/relationships/notesSlide" Target="/ppt/notesSlides/notesSlide2.xml" Id="Rf3a37d3ff17147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7.xml" Id="R18946a00674d4cfb" /><Relationship Type="http://schemas.openxmlformats.org/officeDocument/2006/relationships/notesSlide" Target="/ppt/notesSlides/notesSlide3.xml" Id="R6d52b95370e94e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2f363a1fc97a4312" /><Relationship Type="http://schemas.openxmlformats.org/officeDocument/2006/relationships/notesSlide" Target="/ppt/notesSlides/notesSlide4.xml" Id="R16774eb6285d4f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b07bfcc0344343c8" /><Relationship Type="http://schemas.openxmlformats.org/officeDocument/2006/relationships/notesSlide" Target="/ppt/notesSlides/notesSlide5.xml" Id="Rf76f6121912c4b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7.xml" Id="R57c9f327fc084e01" /><Relationship Type="http://schemas.openxmlformats.org/officeDocument/2006/relationships/notesSlide" Target="/ppt/notesSlides/notesSlide6.xml" Id="Rb90a6d5bc9d047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7.xml" Id="Rb495e8c57f8f4b2a" /><Relationship Type="http://schemas.openxmlformats.org/officeDocument/2006/relationships/notesSlide" Target="/ppt/notesSlides/notesSlide7.xml" Id="R14340c9b467f48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7.xml" Id="Re5cd2950e52c42cf" /><Relationship Type="http://schemas.openxmlformats.org/officeDocument/2006/relationships/notesSlide" Target="/ppt/notesSlides/notesSlide8.xml" Id="R50e30967b70341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7.xml" Id="Rcfc9f99ce99d4eb2" /><Relationship Type="http://schemas.openxmlformats.org/officeDocument/2006/relationships/notesSlide" Target="/ppt/notesSlides/notesSlide9.xml" Id="R6f811dec9c594b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7.xml" Id="Rb1a9b89ef0104490" /><Relationship Type="http://schemas.openxmlformats.org/officeDocument/2006/relationships/image" Target="/ppt/media/image3.png" Id="Ra2fe5f8cfbdb4a7f" /><Relationship Type="http://schemas.openxmlformats.org/officeDocument/2006/relationships/image" Target="/ppt/media/image4.png" Id="R833094b35ee74e6d" /><Relationship Type="http://schemas.openxmlformats.org/officeDocument/2006/relationships/image" Target="/ppt/media/image5.png" Id="R9aa3e3bbcfdf4603" /><Relationship Type="http://schemas.openxmlformats.org/officeDocument/2006/relationships/image" Target="/ppt/media/image6.png" Id="Rfdcb5ffc5a014ae5" /><Relationship Type="http://schemas.openxmlformats.org/officeDocument/2006/relationships/notesSlide" Target="/ppt/notesSlides/notesSlide10.xml" Id="R3360e02689c240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7.xml" Id="R636fdbbc818d4d57" /><Relationship Type="http://schemas.openxmlformats.org/officeDocument/2006/relationships/notesSlide" Target="/ppt/notesSlides/notesSlide11.xml" Id="Raafb5211c8784e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7.xml" Id="R66b387f62eaf4fa1" /><Relationship Type="http://schemas.openxmlformats.org/officeDocument/2006/relationships/image" Target="/ppt/media/image11.png" Id="Rf6b355ba3f7c4af7" /><Relationship Type="http://schemas.openxmlformats.org/officeDocument/2006/relationships/image" Target="/ppt/media/image3.png" Id="R9aab9593cd664b6b" /><Relationship Type="http://schemas.openxmlformats.org/officeDocument/2006/relationships/image" Target="/ppt/media/image4.png" Id="Rc929e63bcfad4e79" /><Relationship Type="http://schemas.openxmlformats.org/officeDocument/2006/relationships/image" Target="/ppt/media/image5.png" Id="Ra7b20a570276483d" /><Relationship Type="http://schemas.openxmlformats.org/officeDocument/2006/relationships/image" Target="/ppt/media/image6.png" Id="R68d85e7ac5124918" /><Relationship Type="http://schemas.openxmlformats.org/officeDocument/2006/relationships/image" Target="/ppt/media/image12.png" Id="Rc2c32cf871854103" /><Relationship Type="http://schemas.openxmlformats.org/officeDocument/2006/relationships/notesSlide" Target="/ppt/notesSlides/notesSlide12.xml" Id="R25c1164abf3a48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7.xml" Id="R2ba95f975ef54f64" /><Relationship Type="http://schemas.openxmlformats.org/officeDocument/2006/relationships/image" Target="/ppt/media/image3.png" Id="R1d61b3a0e56d4182" /><Relationship Type="http://schemas.openxmlformats.org/officeDocument/2006/relationships/image" Target="/ppt/media/image4.png" Id="R495ac10c20694829" /><Relationship Type="http://schemas.openxmlformats.org/officeDocument/2006/relationships/image" Target="/ppt/media/image5.png" Id="Ree6a79beb8d04f51" /><Relationship Type="http://schemas.openxmlformats.org/officeDocument/2006/relationships/image" Target="/ppt/media/image6.png" Id="R25e6815e13fb4f25" /><Relationship Type="http://schemas.openxmlformats.org/officeDocument/2006/relationships/notesSlide" Target="/ppt/notesSlides/notesSlide13.xml" Id="R2bef309ad5e14f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7.xml" Id="R0cc5628589eb491d" /><Relationship Type="http://schemas.openxmlformats.org/officeDocument/2006/relationships/notesSlide" Target="/ppt/notesSlides/notesSlide14.xml" Id="R69da3ffd914440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7.xml" Id="R598c5e6523a44f55" /><Relationship Type="http://schemas.openxmlformats.org/officeDocument/2006/relationships/notesSlide" Target="/ppt/notesSlides/notesSlide15.xml" Id="R7b5c5b5ed0234a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7.xml" Id="R4e9658ad7fde4bea" /><Relationship Type="http://schemas.openxmlformats.org/officeDocument/2006/relationships/notesSlide" Target="/ppt/notesSlides/notesSlide16.xml" Id="R56e536c144bb4b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62cbb0d8d64248e3" /><Relationship Type="http://schemas.openxmlformats.org/officeDocument/2006/relationships/image" Target="/ppt/media/image13.png" Id="R4a641d9d6fff4c56" /><Relationship Type="http://schemas.openxmlformats.org/officeDocument/2006/relationships/notesSlide" Target="/ppt/notesSlides/notesSlide17.xml" Id="Rd1053430a8ce48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54f3b58361e54e2e" /><Relationship Type="http://schemas.openxmlformats.org/officeDocument/2006/relationships/image" Target="/ppt/media/image14.png" Id="R73b6a71589a54586" /><Relationship Type="http://schemas.openxmlformats.org/officeDocument/2006/relationships/notesSlide" Target="/ppt/notesSlides/notesSlide18.xml" Id="Re1384cf6539d484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29e2c41324c446bf" /><Relationship Type="http://schemas.openxmlformats.org/officeDocument/2006/relationships/image" Target="/ppt/media/image15.png" Id="R599c3f3bb4854131" /><Relationship Type="http://schemas.openxmlformats.org/officeDocument/2006/relationships/notesSlide" Target="/ppt/notesSlides/notesSlide19.xml" Id="R62ae09e7ada6491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4.xml" Id="R13ab34e27037454c" /><Relationship Type="http://schemas.openxmlformats.org/officeDocument/2006/relationships/image" Target="/ppt/media/image16.png" Id="Rb976f8e95bd949ab" /><Relationship Type="http://schemas.openxmlformats.org/officeDocument/2006/relationships/notesSlide" Target="/ppt/notesSlides/notesSlide20.xml" Id="Rd362ff1842094c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7.xml" Id="R5e94b70e04284000" /><Relationship Type="http://schemas.openxmlformats.org/officeDocument/2006/relationships/hyperlink" Target="https://disk.yandex.ru/d/W1Pr0oxjZ0ZAIw" TargetMode="External" Id="R3ea111948d714f4d" /><Relationship Type="http://schemas.openxmlformats.org/officeDocument/2006/relationships/notesSlide" Target="/ppt/notesSlides/notesSlide21.xml" Id="Rf2c4236372d84f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0.xml" Id="Rcc52e766336645d1" /><Relationship Type="http://schemas.openxmlformats.org/officeDocument/2006/relationships/notesSlide" Target="/ppt/notesSlides/notesSlide22.xml" Id="Rb14f448e320a4a4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16c18f29a9c4e5c" /><Relationship Type="http://schemas.openxmlformats.org/officeDocument/2006/relationships/image" Target="/ppt/media/image8.png" Id="R9b599cceb7c44399" /><Relationship Type="http://schemas.openxmlformats.org/officeDocument/2006/relationships/notesSlide" Target="/ppt/notesSlides/notesSlide23.xml" Id="R2e6583701b2f418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6.xml" Id="Rea80ace44230424d" /><Relationship Type="http://schemas.openxmlformats.org/officeDocument/2006/relationships/image" Target="/ppt/media/image8.png" Id="R1d03b82210b7487e" /><Relationship Type="http://schemas.openxmlformats.org/officeDocument/2006/relationships/image" Target="/ppt/media/image17.png" Id="R69f7ff02856f4115" /><Relationship Type="http://schemas.openxmlformats.org/officeDocument/2006/relationships/notesSlide" Target="/ppt/notesSlides/notesSlide24.xml" Id="Rb5e1e13da7aa481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Google Shape;146;p35"/>
          <p:cNvPicPr>
            <a:picLocks xmlns:a="http://schemas.openxmlformats.org/drawingml/2006/main" noChangeAspect="1"/>
          </p:cNvPicPr>
          <p:nvPr/>
        </p:nvPicPr>
        <p:blipFill rotWithShape="1">
          <a:blip xmlns:r="http://schemas.openxmlformats.org/officeDocument/2006/relationships" xmlns:a="http://schemas.openxmlformats.org/drawingml/2006/main" r:embed="Rf812d5372d654ff9">
            <a:alphaModFix/>
          </a:blip>
          <a:srcRect xmlns:a="http://schemas.openxmlformats.org/drawingml/2006/main" l="19105" t="38478" r="19852"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2" name="Google Shape;147;p35">
            <a:extLst xmlns:a="http://schemas.openxmlformats.org/drawingml/2006/main">
              <a:ext uri="{FF2B5EF4-FFF2-40B4-BE49-F238E27FC236}">
                <a16:creationId xmlns:a16="http://schemas.microsoft.com/office/drawing/2014/main" id="{EDAEDAE7-7B3B-42DF-AE4A-256B0A5F97A9}"/>
              </a:ext>
            </a:extLst>
          </p:cNvPr>
          <p:cNvSpPr>
            <a:spLocks xmlns:a="http://schemas.openxmlformats.org/drawingml/2006/main" noGrp="1"/>
          </p:cNvSpPr>
          <p:nvPr/>
        </p:nvSpPr>
        <p:spPr>
          <a:xfrm xmlns:a="http://schemas.openxmlformats.org/drawingml/2006/main">
            <a:off x="533400" y="1143000"/>
            <a:ext cx="7810500" cy="1381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90000"/>
              </a:lnSpc>
              <a:spcBef>
                <a:spcPts val="0"/>
              </a:spcBef>
              <a:spcAft>
                <a:spcPts val="0"/>
              </a:spcAft>
              <a:buNone/>
              <a:defRPr sz="2700" b="1">
                <a:solidFill>
                  <a:srgbClr val="FFFFFF"/>
                </a:solidFill>
                <a:latin typeface="Roboto"/>
                <a:ea typeface="Roboto"/>
                <a:cs typeface="Roboto"/>
              </a:defRPr>
            </a:pPr>
            <a:r>
              <a:rPr sz="2700" b="1">
                <a:solidFill>
                  <a:srgbClr val="FFFFFF"/>
                </a:solidFill>
                <a:latin typeface="Roboto"/>
                <a:ea typeface="Roboto"/>
                <a:cs typeface="Roboto"/>
              </a:rPr>
              <a:t>Создание отказоустойчивой</a:t>
            </a:r>
            <a:endParaRPr sz="4500" b="1">
              <a:solidFill>
                <a:schemeClr val="lt1"/>
              </a:solidFill>
              <a:latin typeface="Roboto"/>
              <a:ea typeface="Roboto"/>
              <a:cs typeface="Roboto"/>
            </a:endParaRPr>
          </a:p>
          <a:p xmlns:a="http://schemas.openxmlformats.org/drawingml/2006/main">
            <a:pPr marL="0" lvl="0" indent="0" algn="l">
              <a:lnSpc>
                <a:spcPct val="90000"/>
              </a:lnSpc>
              <a:spcBef>
                <a:spcPts val="0"/>
              </a:spcBef>
              <a:spcAft>
                <a:spcPts val="0"/>
              </a:spcAft>
              <a:buNone/>
              <a:defRPr sz="2700" b="1">
                <a:solidFill>
                  <a:srgbClr val="FFFFFF"/>
                </a:solidFill>
                <a:latin typeface="Roboto"/>
                <a:ea typeface="Roboto"/>
                <a:cs typeface="Roboto"/>
              </a:defRPr>
            </a:pPr>
            <a:r>
              <a:rPr sz="2700" b="1">
                <a:solidFill>
                  <a:srgbClr val="FFFFFF"/>
                </a:solidFill>
                <a:latin typeface="Roboto"/>
                <a:ea typeface="Roboto"/>
                <a:cs typeface="Roboto"/>
              </a:rPr>
              <a:t>инфраструктуры веб-приложения</a:t>
            </a:r>
            <a:endParaRPr sz="4500" b="1">
              <a:solidFill>
                <a:schemeClr val="lt1"/>
              </a:solidFill>
              <a:latin typeface="Roboto"/>
              <a:ea typeface="Roboto"/>
              <a:cs typeface="Roboto"/>
            </a:endParaRPr>
          </a:p>
          <a:p xmlns:a="http://schemas.openxmlformats.org/drawingml/2006/main">
            <a:pPr marL="0" lvl="0" indent="0" algn="l">
              <a:lnSpc>
                <a:spcPct val="90000"/>
              </a:lnSpc>
              <a:spcBef>
                <a:spcPts val="0"/>
              </a:spcBef>
              <a:spcAft>
                <a:spcPts val="0"/>
              </a:spcAft>
              <a:buNone/>
              <a:defRPr sz="2700" b="1">
                <a:solidFill>
                  <a:srgbClr val="FFFFFF"/>
                </a:solidFill>
                <a:latin typeface="Roboto"/>
                <a:ea typeface="Roboto"/>
                <a:cs typeface="Roboto"/>
              </a:defRPr>
            </a:pPr>
            <a:r>
              <a:rPr sz="2700" b="1">
                <a:solidFill>
                  <a:srgbClr val="FFFFFF"/>
                </a:solidFill>
                <a:latin typeface="Roboto"/>
                <a:ea typeface="Roboto"/>
                <a:cs typeface="Roboto"/>
              </a:rPr>
              <a:t>на Linux</a:t>
            </a:r>
            <a:endParaRPr sz="4500" b="1">
              <a:solidFill>
                <a:schemeClr val="lt1"/>
              </a:solidFill>
              <a:latin typeface="Roboto"/>
              <a:ea typeface="Roboto"/>
              <a:cs typeface="Roboto"/>
            </a:endParaRPr>
          </a:p>
        </p:txBody>
      </p:sp>
      <p:pic>
        <p:nvPicPr>
          <p:cNvPr id="11" name="Google Shape;148;p35"/>
          <p:cNvPicPr>
            <a:picLocks xmlns:a="http://schemas.openxmlformats.org/drawingml/2006/main" noChangeAspect="1"/>
          </p:cNvPicPr>
          <p:nvPr/>
        </p:nvPicPr>
        <p:blipFill>
          <a:blip xmlns:r="http://schemas.openxmlformats.org/officeDocument/2006/relationships" xmlns:a="http://schemas.openxmlformats.org/drawingml/2006/main" r:embed="Rf42182093f724d72">
            <a:alphaModFix/>
          </a:blip>
          <a:stretch xmlns:a="http://schemas.openxmlformats.org/drawingml/2006/main">
            <a:fillRect l="0" t="0" r="0" b="0"/>
          </a:stretch>
        </p:blipFill>
        <p:spPr>
          <a:xfrm xmlns:a="http://schemas.openxmlformats.org/drawingml/2006/main">
            <a:off x="7913700" y="268875"/>
            <a:ext cx="822175" cy="284625"/>
          </a:xfrm>
          <a:prstGeom xmlns:a="http://schemas.openxmlformats.org/drawingml/2006/main" prst="rect">
            <a:avLst/>
          </a:prstGeom>
          <a:ln xmlns:a="http://schemas.openxmlformats.org/drawingml/2006/main">
            <a:noFill/>
          </a:ln>
        </p:spPr>
      </p:pic>
      <p:pic>
        <p:nvPicPr>
          <p:cNvPr id="12" name="Google Shape;151;p35"/>
          <p:cNvPicPr>
            <a:picLocks xmlns:a="http://schemas.openxmlformats.org/drawingml/2006/main" noChangeAspect="1"/>
          </p:cNvPicPr>
          <p:nvPr/>
        </p:nvPicPr>
        <p:blipFill>
          <a:blip xmlns:r="http://schemas.openxmlformats.org/officeDocument/2006/relationships" xmlns:a="http://schemas.openxmlformats.org/drawingml/2006/main" r:embed="R401400476b3e487a">
            <a:alphaModFix/>
          </a:blip>
          <a:stretch xmlns:a="http://schemas.openxmlformats.org/drawingml/2006/main">
            <a:fillRect l="0" t="0" r="0" b="0"/>
          </a:stretch>
        </p:blipFill>
        <p:spPr>
          <a:xfrm xmlns:a="http://schemas.openxmlformats.org/drawingml/2006/main">
            <a:off x="7409723" y="3083693"/>
            <a:ext cx="1548451" cy="1669475"/>
          </a:xfrm>
          <a:prstGeom xmlns:a="http://schemas.openxmlformats.org/drawingml/2006/main" prst="rect">
            <a:avLst/>
          </a:prstGeom>
          <a:ln xmlns:a="http://schemas.openxmlformats.org/drawingml/2006/main">
            <a:noFill/>
          </a:ln>
        </p:spPr>
      </p:pic>
      <p:sp>
        <p:nvSpPr>
          <p:cNvPr id="5" name="ha_с балансировкой нагрузки, репликаци">
            <a:extLst xmlns:a="http://schemas.openxmlformats.org/drawingml/2006/main">
              <a:ext uri="{FF2B5EF4-FFF2-40B4-BE49-F238E27FC236}">
                <a16:creationId xmlns:a16="http://schemas.microsoft.com/office/drawing/2014/main" id="{9E2245A5-7653-4EBA-A6F6-F85927D0F2EF}"/>
              </a:ext>
            </a:extLst>
          </p:cNvPr>
          <p:cNvSpPr>
            <a:spLocks xmlns:a="http://schemas.openxmlformats.org/drawingml/2006/main" noGrp="1"/>
          </p:cNvSpPr>
          <p:nvPr/>
        </p:nvSpPr>
        <p:spPr>
          <a:xfrm xmlns:a="http://schemas.openxmlformats.org/drawingml/2006/main">
            <a:off x="552450" y="264795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725" b="0">
                <a:solidFill>
                  <a:srgbClr val="FFFFFF"/>
                </a:solidFill>
                <a:latin typeface="Roboto"/>
                <a:ea typeface="Roboto"/>
                <a:cs typeface="Roboto"/>
              </a:defRPr>
            </a:pPr>
            <a:r>
              <a:rPr sz="1725" b="0">
                <a:solidFill>
                  <a:srgbClr val="FFFFFF"/>
                </a:solidFill>
                <a:latin typeface="Roboto"/>
                <a:ea typeface="Roboto"/>
                <a:cs typeface="Roboto"/>
              </a:rPr>
              <a:t>с балансировкой нагрузки, репликацией PostgreSQL</a:t>
            </a:r>
          </a:p>
          <a:p xmlns:a="http://schemas.openxmlformats.org/drawingml/2006/main">
            <a:pPr algn="l">
              <a:lnSpc>
                <a:spcPct val="115000"/>
              </a:lnSpc>
              <a:buNone/>
              <a:defRPr sz="1725" b="0">
                <a:solidFill>
                  <a:srgbClr val="FFFFFF"/>
                </a:solidFill>
                <a:latin typeface="Roboto"/>
                <a:ea typeface="Roboto"/>
                <a:cs typeface="Roboto"/>
              </a:defRPr>
            </a:pPr>
            <a:r>
              <a:rPr sz="1725" b="0">
                <a:solidFill>
                  <a:srgbClr val="FFFFFF"/>
                </a:solidFill>
                <a:latin typeface="Roboto"/>
                <a:ea typeface="Roboto"/>
                <a:cs typeface="Roboto"/>
              </a:rPr>
              <a:t>и мониторингом</a:t>
            </a:r>
          </a:p>
        </p:txBody>
      </p:sp>
      <p:sp>
        <p:nvSpPr>
          <p:cNvPr id="6" name="ha_Хайдукова Елизавета">
            <a:extLst xmlns:a="http://schemas.openxmlformats.org/drawingml/2006/main">
              <a:ext uri="{FF2B5EF4-FFF2-40B4-BE49-F238E27FC236}">
                <a16:creationId xmlns:a16="http://schemas.microsoft.com/office/drawing/2014/main" id="{CB156F62-D763-4FE2-8E69-71BC64683001}"/>
              </a:ext>
            </a:extLst>
          </p:cNvPr>
          <p:cNvSpPr>
            <a:spLocks xmlns:a="http://schemas.openxmlformats.org/drawingml/2006/main" noGrp="1"/>
          </p:cNvSpPr>
          <p:nvPr/>
        </p:nvSpPr>
        <p:spPr>
          <a:xfrm xmlns:a="http://schemas.openxmlformats.org/drawingml/2006/main">
            <a:off x="552450" y="35528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800" b="1">
                <a:solidFill>
                  <a:srgbClr val="FFFFFF"/>
                </a:solidFill>
                <a:latin typeface="Roboto"/>
                <a:ea typeface="Roboto"/>
                <a:cs typeface="Roboto"/>
              </a:defRPr>
            </a:pPr>
            <a:r>
              <a:rPr sz="1800" b="1">
                <a:solidFill>
                  <a:srgbClr val="FFFFFF"/>
                </a:solidFill>
                <a:latin typeface="Roboto"/>
                <a:ea typeface="Roboto"/>
                <a:cs typeface="Roboto"/>
              </a:rPr>
              <a:t>Хайдукова Елизавета</a:t>
            </a:r>
          </a:p>
        </p:txBody>
      </p:sp>
      <p:sp>
        <p:nvSpPr>
          <p:cNvPr id="7" name="ha_Аналитик-исследователь">
            <a:extLst xmlns:a="http://schemas.openxmlformats.org/drawingml/2006/main">
              <a:ext uri="{FF2B5EF4-FFF2-40B4-BE49-F238E27FC236}">
                <a16:creationId xmlns:a16="http://schemas.microsoft.com/office/drawing/2014/main" id="{8A054795-7FEF-4CC6-9691-C99E662D2BE3}"/>
              </a:ext>
            </a:extLst>
          </p:cNvPr>
          <p:cNvSpPr>
            <a:spLocks xmlns:a="http://schemas.openxmlformats.org/drawingml/2006/main" noGrp="1"/>
          </p:cNvSpPr>
          <p:nvPr/>
        </p:nvSpPr>
        <p:spPr>
          <a:xfrm xmlns:a="http://schemas.openxmlformats.org/drawingml/2006/main">
            <a:off x="552450" y="388620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00" b="0">
                <a:solidFill>
                  <a:srgbClr val="FFFFFF"/>
                </a:solidFill>
                <a:latin typeface="Roboto"/>
                <a:ea typeface="Roboto"/>
                <a:cs typeface="Roboto"/>
              </a:defRPr>
            </a:pPr>
            <a:r>
              <a:rPr sz="1500" b="0">
                <a:solidFill>
                  <a:srgbClr val="FFFFFF"/>
                </a:solidFill>
                <a:latin typeface="Roboto"/>
                <a:ea typeface="Roboto"/>
                <a:cs typeface="Roboto"/>
              </a:rPr>
              <a:t>Аналитик-исследователь</a:t>
            </a:r>
          </a:p>
        </p:txBody>
      </p:sp>
      <p:sp>
        <p:nvSpPr>
          <p:cNvPr id="8" name="ha_Курс «Администратор Linux. Professi">
            <a:extLst xmlns:a="http://schemas.openxmlformats.org/drawingml/2006/main">
              <a:ext uri="{FF2B5EF4-FFF2-40B4-BE49-F238E27FC236}">
                <a16:creationId xmlns:a16="http://schemas.microsoft.com/office/drawing/2014/main" id="{9C6A2D8A-FFC0-4457-8710-7F70ABA7CC1C}"/>
              </a:ext>
            </a:extLst>
          </p:cNvPr>
          <p:cNvSpPr>
            <a:spLocks xmlns:a="http://schemas.openxmlformats.org/drawingml/2006/main" noGrp="1"/>
          </p:cNvSpPr>
          <p:nvPr/>
        </p:nvSpPr>
        <p:spPr>
          <a:xfrm xmlns:a="http://schemas.openxmlformats.org/drawingml/2006/main">
            <a:off x="552450" y="4476750"/>
            <a:ext cx="647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350" b="0">
                <a:solidFill>
                  <a:srgbClr val="FFFFFF"/>
                </a:solidFill>
                <a:latin typeface="Roboto"/>
                <a:ea typeface="Roboto"/>
                <a:cs typeface="Roboto"/>
              </a:defRPr>
            </a:pPr>
            <a:r>
              <a:rPr sz="1350" b="0">
                <a:solidFill>
                  <a:srgbClr val="FFFFFF"/>
                </a:solidFill>
                <a:latin typeface="Roboto"/>
                <a:ea typeface="Roboto"/>
                <a:cs typeface="Roboto"/>
              </a:rPr>
              <a:t>Курс «Администратор Linux. Professional»</a:t>
            </a:r>
          </a:p>
        </p:txBody>
      </p:sp>
    </p:spTree>
    <p:extLst>
      <p:ext uri="{BB962C8B-B14F-4D97-AF65-F5344CB8AC3E}">
        <p14:creationId xmlns:p14="http://schemas.microsoft.com/office/powerpoint/2010/main" val="11413551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Google Shape;171;p38">
            <a:extLst xmlns:a="http://schemas.openxmlformats.org/drawingml/2006/main">
              <a:ext uri="{FF2B5EF4-FFF2-40B4-BE49-F238E27FC236}">
                <a16:creationId xmlns:a16="http://schemas.microsoft.com/office/drawing/2014/main" id="{D025DF14-3D1C-41F5-97DD-5831F9851C00}"/>
              </a:ext>
            </a:extLst>
          </p:cNvPr>
          <p:cNvSpPr>
            <a:spLocks xmlns:a="http://schemas.openxmlformats.org/drawingml/2006/main" noGrp="1"/>
          </p:cNvSpPr>
          <p:nvPr>
            <p:ph type="title" idx="0"/>
          </p:nvPr>
        </p:nvSpPr>
        <p:spPr>
          <a:xfrm xmlns:a="http://schemas.openxmlformats.org/drawingml/2006/main">
            <a:off x="609600" y="381000"/>
            <a:ext cx="7905750" cy="65529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План защиты</a:t>
            </a:r>
            <a:endParaRPr/>
          </a:p>
        </p:txBody>
      </p:sp>
      <p:sp>
        <p:nvSpPr>
          <p:cNvPr id="2" name="Google Shape;172;p38">
            <a:extLst xmlns:a="http://schemas.openxmlformats.org/drawingml/2006/main">
              <a:ext uri="{FF2B5EF4-FFF2-40B4-BE49-F238E27FC236}">
                <a16:creationId xmlns:a16="http://schemas.microsoft.com/office/drawing/2014/main" id="{4C86587F-65F0-4106-90F4-DCBBC52CCC5C}"/>
              </a:ext>
            </a:extLst>
          </p:cNvPr>
          <p:cNvSpPr>
            <a:spLocks xmlns:a="http://schemas.openxmlformats.org/drawingml/2006/main" noGrp="1"/>
          </p:cNvSpPr>
          <p:nvPr/>
        </p:nvSpPr>
        <p:spPr>
          <a:xfrm xmlns:a="http://schemas.openxmlformats.org/drawingml/2006/main">
            <a:off x="1143000" y="1381125"/>
            <a:ext cx="6191250" cy="419100"/>
          </a:xfrm>
          <a:prstGeom xmlns:a="http://schemas.openxmlformats.org/drawingml/2006/main" prst="roundRect">
            <a:avLst>
              <a:gd name="adj" fmla="val 16667"/>
            </a:avLst>
          </a:prstGeom>
          <a:solidFill xmlns:a="http://schemas.openxmlformats.org/drawingml/2006/main">
            <a:schemeClr val="lt2"/>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162000" tIns="91425" rIns="162000" bIns="91425" anchor="ctr">
            <a:noAutofit/>
          </a:bodyPr>
          <a:lstStyle xmlns:a="http://schemas.openxmlformats.org/drawingml/2006/main"/>
          <a:p xmlns:a="http://schemas.openxmlformats.org/drawingml/2006/main">
            <a:pPr marL="0" lvl="0" indent="0" algn="l">
              <a:spcBef>
                <a:spcPts val="0"/>
              </a:spcBef>
              <a:spcAft>
                <a:spcPts val="0"/>
              </a:spcAft>
              <a:buNone/>
              <a:defRPr sz="1650">
                <a:solidFill>
                  <a:srgbClr val="111111"/>
                </a:solidFill>
                <a:latin typeface="Roboto"/>
                <a:ea typeface="Roboto"/>
                <a:cs typeface="Roboto"/>
              </a:defRPr>
            </a:pPr>
            <a:r>
              <a:rPr sz="1650">
                <a:solidFill>
                  <a:srgbClr val="111111"/>
                </a:solidFill>
                <a:latin typeface="Roboto"/>
                <a:ea typeface="Roboto"/>
                <a:cs typeface="Roboto"/>
              </a:rPr>
              <a:t>Цель и задачи</a:t>
            </a:r>
            <a:endParaRPr>
              <a:solidFill>
                <a:schemeClr val="dk1"/>
              </a:solidFill>
              <a:latin typeface="Roboto"/>
              <a:ea typeface="Roboto"/>
              <a:cs typeface="Roboto"/>
            </a:endParaRPr>
          </a:p>
        </p:txBody>
      </p:sp>
      <p:sp>
        <p:nvSpPr>
          <p:cNvPr id="3" name="Google Shape;173;p38">
            <a:extLst xmlns:a="http://schemas.openxmlformats.org/drawingml/2006/main">
              <a:ext uri="{FF2B5EF4-FFF2-40B4-BE49-F238E27FC236}">
                <a16:creationId xmlns:a16="http://schemas.microsoft.com/office/drawing/2014/main" id="{2290A230-8137-4AC2-B713-90EB50F01000}"/>
              </a:ext>
            </a:extLst>
          </p:cNvPr>
          <p:cNvSpPr>
            <a:spLocks xmlns:a="http://schemas.openxmlformats.org/drawingml/2006/main" noGrp="1"/>
          </p:cNvSpPr>
          <p:nvPr/>
        </p:nvSpPr>
        <p:spPr>
          <a:xfrm xmlns:a="http://schemas.openxmlformats.org/drawingml/2006/main">
            <a:off x="1143000" y="1971675"/>
            <a:ext cx="6191250" cy="419100"/>
          </a:xfrm>
          <a:prstGeom xmlns:a="http://schemas.openxmlformats.org/drawingml/2006/main" prst="roundRect">
            <a:avLst>
              <a:gd name="adj" fmla="val 16667"/>
            </a:avLst>
          </a:prstGeom>
          <a:solidFill xmlns:a="http://schemas.openxmlformats.org/drawingml/2006/main">
            <a:schemeClr val="lt2"/>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162000" tIns="91425" rIns="162000" bIns="91425" anchor="ctr">
            <a:noAutofit/>
          </a:bodyPr>
          <a:lstStyle xmlns:a="http://schemas.openxmlformats.org/drawingml/2006/main"/>
          <a:p xmlns:a="http://schemas.openxmlformats.org/drawingml/2006/main">
            <a:pPr marL="0" lvl="0" indent="0" algn="l">
              <a:spcBef>
                <a:spcPts val="0"/>
              </a:spcBef>
              <a:spcAft>
                <a:spcPts val="0"/>
              </a:spcAft>
              <a:buNone/>
              <a:defRPr sz="1650">
                <a:solidFill>
                  <a:srgbClr val="111111"/>
                </a:solidFill>
                <a:latin typeface="Roboto"/>
                <a:ea typeface="Roboto"/>
                <a:cs typeface="Roboto"/>
              </a:defRPr>
            </a:pPr>
            <a:r>
              <a:rPr sz="1650">
                <a:solidFill>
                  <a:srgbClr val="111111"/>
                </a:solidFill>
                <a:latin typeface="Roboto"/>
                <a:ea typeface="Roboto"/>
                <a:cs typeface="Roboto"/>
              </a:rPr>
              <a:t>Технологии и архитектура</a:t>
            </a:r>
            <a:endParaRPr>
              <a:solidFill>
                <a:schemeClr val="dk1"/>
              </a:solidFill>
              <a:latin typeface="Roboto"/>
              <a:ea typeface="Roboto"/>
              <a:cs typeface="Roboto"/>
            </a:endParaRPr>
          </a:p>
        </p:txBody>
      </p:sp>
      <p:sp>
        <p:nvSpPr>
          <p:cNvPr id="4" name="Google Shape;174;p38">
            <a:extLst xmlns:a="http://schemas.openxmlformats.org/drawingml/2006/main">
              <a:ext uri="{FF2B5EF4-FFF2-40B4-BE49-F238E27FC236}">
                <a16:creationId xmlns:a16="http://schemas.microsoft.com/office/drawing/2014/main" id="{CB7E822F-DC57-4690-A91D-C2DF538AE3BF}"/>
              </a:ext>
            </a:extLst>
          </p:cNvPr>
          <p:cNvSpPr>
            <a:spLocks xmlns:a="http://schemas.openxmlformats.org/drawingml/2006/main" noGrp="1"/>
          </p:cNvSpPr>
          <p:nvPr/>
        </p:nvSpPr>
        <p:spPr>
          <a:xfrm xmlns:a="http://schemas.openxmlformats.org/drawingml/2006/main">
            <a:off x="1143000" y="2562225"/>
            <a:ext cx="6191250" cy="419100"/>
          </a:xfrm>
          <a:prstGeom xmlns:a="http://schemas.openxmlformats.org/drawingml/2006/main" prst="roundRect">
            <a:avLst>
              <a:gd name="adj" fmla="val 16667"/>
            </a:avLst>
          </a:prstGeom>
          <a:solidFill xmlns:a="http://schemas.openxmlformats.org/drawingml/2006/main">
            <a:schemeClr val="lt2"/>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162000" tIns="91425" rIns="162000" bIns="91425" anchor="ctr">
            <a:noAutofit/>
          </a:bodyPr>
          <a:lstStyle xmlns:a="http://schemas.openxmlformats.org/drawingml/2006/main"/>
          <a:p xmlns:a="http://schemas.openxmlformats.org/drawingml/2006/main">
            <a:pPr marL="0" lvl="0" indent="0" algn="l">
              <a:spcBef>
                <a:spcPts val="0"/>
              </a:spcBef>
              <a:spcAft>
                <a:spcPts val="0"/>
              </a:spcAft>
              <a:buNone/>
              <a:defRPr sz="1650">
                <a:solidFill>
                  <a:srgbClr val="111111"/>
                </a:solidFill>
                <a:latin typeface="Roboto"/>
                <a:ea typeface="Roboto"/>
                <a:cs typeface="Roboto"/>
              </a:defRPr>
            </a:pPr>
            <a:r>
              <a:rPr sz="1650">
                <a:solidFill>
                  <a:srgbClr val="111111"/>
                </a:solidFill>
                <a:latin typeface="Roboto"/>
                <a:ea typeface="Roboto"/>
                <a:cs typeface="Roboto"/>
              </a:rPr>
              <a:t>Реализация и проверка</a:t>
            </a:r>
            <a:endParaRPr>
              <a:solidFill>
                <a:schemeClr val="dk1"/>
              </a:solidFill>
              <a:latin typeface="Roboto"/>
              <a:ea typeface="Roboto"/>
              <a:cs typeface="Roboto"/>
            </a:endParaRPr>
          </a:p>
        </p:txBody>
      </p:sp>
      <p:sp>
        <p:nvSpPr>
          <p:cNvPr id="5" name="Google Shape;175;p38">
            <a:extLst xmlns:a="http://schemas.openxmlformats.org/drawingml/2006/main">
              <a:ext uri="{FF2B5EF4-FFF2-40B4-BE49-F238E27FC236}">
                <a16:creationId xmlns:a16="http://schemas.microsoft.com/office/drawing/2014/main" id="{E1CFC35A-03C0-4A76-A79F-DE282344BD85}"/>
              </a:ext>
            </a:extLst>
          </p:cNvPr>
          <p:cNvSpPr>
            <a:spLocks xmlns:a="http://schemas.openxmlformats.org/drawingml/2006/main" noGrp="1"/>
          </p:cNvSpPr>
          <p:nvPr/>
        </p:nvSpPr>
        <p:spPr>
          <a:xfrm xmlns:a="http://schemas.openxmlformats.org/drawingml/2006/main">
            <a:off x="1143000" y="3152775"/>
            <a:ext cx="6191250" cy="419100"/>
          </a:xfrm>
          <a:prstGeom xmlns:a="http://schemas.openxmlformats.org/drawingml/2006/main" prst="roundRect">
            <a:avLst>
              <a:gd name="adj" fmla="val 16667"/>
            </a:avLst>
          </a:prstGeom>
          <a:solidFill xmlns:a="http://schemas.openxmlformats.org/drawingml/2006/main">
            <a:schemeClr val="lt2"/>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162000" tIns="91425" rIns="162000" bIns="91425" anchor="ctr">
            <a:noAutofit/>
          </a:bodyPr>
          <a:lstStyle xmlns:a="http://schemas.openxmlformats.org/drawingml/2006/main"/>
          <a:p xmlns:a="http://schemas.openxmlformats.org/drawingml/2006/main">
            <a:pPr marL="0" lvl="0" indent="0" algn="l">
              <a:spcBef>
                <a:spcPts val="0"/>
              </a:spcBef>
              <a:spcAft>
                <a:spcPts val="0"/>
              </a:spcAft>
              <a:buNone/>
              <a:defRPr sz="1650">
                <a:solidFill>
                  <a:srgbClr val="111111"/>
                </a:solidFill>
                <a:latin typeface="Roboto"/>
                <a:ea typeface="Roboto"/>
                <a:cs typeface="Roboto"/>
              </a:defRPr>
            </a:pPr>
            <a:r>
              <a:rPr sz="1650">
                <a:solidFill>
                  <a:srgbClr val="111111"/>
                </a:solidFill>
                <a:latin typeface="Roboto"/>
                <a:ea typeface="Roboto"/>
                <a:cs typeface="Roboto"/>
              </a:rPr>
              <a:t>Результаты и демонстрация</a:t>
            </a:r>
            <a:endParaRPr>
              <a:solidFill>
                <a:schemeClr val="dk1"/>
              </a:solidFill>
              <a:latin typeface="Roboto"/>
              <a:ea typeface="Roboto"/>
              <a:cs typeface="Roboto"/>
            </a:endParaRPr>
          </a:p>
        </p:txBody>
      </p:sp>
      <p:sp>
        <p:nvSpPr>
          <p:cNvPr id="6" name="Google Shape;180;p38">
            <a:extLst xmlns:a="http://schemas.openxmlformats.org/drawingml/2006/main">
              <a:ext uri="{FF2B5EF4-FFF2-40B4-BE49-F238E27FC236}">
                <a16:creationId xmlns:a16="http://schemas.microsoft.com/office/drawing/2014/main" id="{515EA0E7-2BA7-4ED1-A7F9-39C0CABE48D5}"/>
              </a:ext>
            </a:extLst>
          </p:cNvPr>
          <p:cNvSpPr>
            <a:spLocks xmlns:a="http://schemas.openxmlformats.org/drawingml/2006/main" noGrp="1"/>
          </p:cNvSpPr>
          <p:nvPr/>
        </p:nvSpPr>
        <p:spPr>
          <a:xfrm xmlns:a="http://schemas.openxmlformats.org/drawingml/2006/main">
            <a:off x="1143000" y="3743325"/>
            <a:ext cx="6191250" cy="419100"/>
          </a:xfrm>
          <a:prstGeom xmlns:a="http://schemas.openxmlformats.org/drawingml/2006/main" prst="roundRect">
            <a:avLst>
              <a:gd name="adj" fmla="val 16667"/>
            </a:avLst>
          </a:prstGeom>
          <a:solidFill xmlns:a="http://schemas.openxmlformats.org/drawingml/2006/main">
            <a:schemeClr val="lt2"/>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162000" tIns="91425" rIns="162000" bIns="91425" anchor="ctr">
            <a:noAutofit/>
          </a:bodyPr>
          <a:lstStyle xmlns:a="http://schemas.openxmlformats.org/drawingml/2006/main"/>
          <a:p xmlns:a="http://schemas.openxmlformats.org/drawingml/2006/main">
            <a:pPr marL="0" lvl="0" indent="0" algn="l">
              <a:spcBef>
                <a:spcPts val="0"/>
              </a:spcBef>
              <a:spcAft>
                <a:spcPts val="0"/>
              </a:spcAft>
              <a:buNone/>
              <a:defRPr sz="1650">
                <a:solidFill>
                  <a:srgbClr val="111111"/>
                </a:solidFill>
                <a:latin typeface="Roboto"/>
                <a:ea typeface="Roboto"/>
                <a:cs typeface="Roboto"/>
              </a:defRPr>
            </a:pPr>
            <a:r>
              <a:rPr sz="1650">
                <a:solidFill>
                  <a:srgbClr val="111111"/>
                </a:solidFill>
                <a:latin typeface="Roboto"/>
                <a:ea typeface="Roboto"/>
                <a:cs typeface="Roboto"/>
              </a:rPr>
              <a:t>Выводы и вопросы</a:t>
            </a:r>
            <a:endParaRPr>
              <a:solidFill>
                <a:schemeClr val="dk1"/>
              </a:solidFill>
              <a:latin typeface="Roboto"/>
              <a:ea typeface="Roboto"/>
              <a:cs typeface="Roboto"/>
            </a:endParaRPr>
          </a:p>
        </p:txBody>
      </p:sp>
      <p:sp>
        <p:nvSpPr>
          <p:cNvPr id="7" name="ha_2">
            <a:extLst xmlns:a="http://schemas.openxmlformats.org/drawingml/2006/main">
              <a:ext uri="{FF2B5EF4-FFF2-40B4-BE49-F238E27FC236}">
                <a16:creationId xmlns:a16="http://schemas.microsoft.com/office/drawing/2014/main" id="{BE6C498C-06D0-4674-BE52-6C213D0AFADE}"/>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2</a:t>
            </a:r>
          </a:p>
        </p:txBody>
      </p:sp>
    </p:spTree>
    <p:extLst>
      <p:ext uri="{BB962C8B-B14F-4D97-AF65-F5344CB8AC3E}">
        <p14:creationId xmlns:p14="http://schemas.microsoft.com/office/powerpoint/2010/main" val="11231622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Google Shape;410;p59">
            <a:extLst xmlns:a="http://schemas.openxmlformats.org/drawingml/2006/main">
              <a:ext uri="{FF2B5EF4-FFF2-40B4-BE49-F238E27FC236}">
                <a16:creationId xmlns:a16="http://schemas.microsoft.com/office/drawing/2014/main" id="{FFBED3C1-9896-4C93-960D-8A35E81FBA25}"/>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Зачем нужен проект</a:t>
            </a:r>
            <a:endParaRPr>
              <a:solidFill>
                <a:srgbClr val="050505"/>
              </a:solidFill>
            </a:endParaRPr>
          </a:p>
        </p:txBody>
      </p:sp>
      <p:sp>
        <p:nvSpPr>
          <p:cNvPr id="2" name="ha_3">
            <a:extLst xmlns:a="http://schemas.openxmlformats.org/drawingml/2006/main">
              <a:ext uri="{FF2B5EF4-FFF2-40B4-BE49-F238E27FC236}">
                <a16:creationId xmlns:a16="http://schemas.microsoft.com/office/drawing/2014/main" id="{62177D2F-6041-472A-9899-66174E887C37}"/>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3</a:t>
            </a:r>
          </a:p>
        </p:txBody>
      </p:sp>
      <p:sp>
        <p:nvSpPr>
          <p:cNvPr id="3" name="ha_1.">
            <a:extLst xmlns:a="http://schemas.openxmlformats.org/drawingml/2006/main">
              <a:ext uri="{FF2B5EF4-FFF2-40B4-BE49-F238E27FC236}">
                <a16:creationId xmlns:a16="http://schemas.microsoft.com/office/drawing/2014/main" id="{57B6C739-1C27-49E9-AED9-A6B7E4D56CC5}"/>
              </a:ext>
            </a:extLst>
          </p:cNvPr>
          <p:cNvSpPr>
            <a:spLocks xmlns:a="http://schemas.openxmlformats.org/drawingml/2006/main" noGrp="1"/>
          </p:cNvSpPr>
          <p:nvPr/>
        </p:nvSpPr>
        <p:spPr>
          <a:xfrm xmlns:a="http://schemas.openxmlformats.org/drawingml/2006/main">
            <a:off x="762000" y="14287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1.</a:t>
            </a:r>
          </a:p>
        </p:txBody>
      </p:sp>
      <p:sp>
        <p:nvSpPr>
          <p:cNvPr id="4" name="ha_Отказ единственного backend останав">
            <a:extLst xmlns:a="http://schemas.openxmlformats.org/drawingml/2006/main">
              <a:ext uri="{FF2B5EF4-FFF2-40B4-BE49-F238E27FC236}">
                <a16:creationId xmlns:a16="http://schemas.microsoft.com/office/drawing/2014/main" id="{1050621F-1957-4D30-86BA-DDBAAAF3A7C8}"/>
              </a:ext>
            </a:extLst>
          </p:cNvPr>
          <p:cNvSpPr>
            <a:spLocks xmlns:a="http://schemas.openxmlformats.org/drawingml/2006/main" noGrp="1"/>
          </p:cNvSpPr>
          <p:nvPr/>
        </p:nvSpPr>
        <p:spPr>
          <a:xfrm xmlns:a="http://schemas.openxmlformats.org/drawingml/2006/main">
            <a:off x="1333500" y="14287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Отказ единственного backend останавливает приложение</a:t>
            </a:r>
          </a:p>
        </p:txBody>
      </p:sp>
      <p:sp>
        <p:nvSpPr>
          <p:cNvPr id="5" name="ha_2.">
            <a:extLst xmlns:a="http://schemas.openxmlformats.org/drawingml/2006/main">
              <a:ext uri="{FF2B5EF4-FFF2-40B4-BE49-F238E27FC236}">
                <a16:creationId xmlns:a16="http://schemas.microsoft.com/office/drawing/2014/main" id="{EA5F6B1C-12DF-48A5-B997-77D1ABAA3656}"/>
              </a:ext>
            </a:extLst>
          </p:cNvPr>
          <p:cNvSpPr>
            <a:spLocks xmlns:a="http://schemas.openxmlformats.org/drawingml/2006/main" noGrp="1"/>
          </p:cNvSpPr>
          <p:nvPr/>
        </p:nvSpPr>
        <p:spPr>
          <a:xfrm xmlns:a="http://schemas.openxmlformats.org/drawingml/2006/main">
            <a:off x="762000" y="20193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2.</a:t>
            </a:r>
          </a:p>
        </p:txBody>
      </p:sp>
      <p:sp>
        <p:nvSpPr>
          <p:cNvPr id="6" name="ha_Сбои требуют быстрой диагностики">
            <a:extLst xmlns:a="http://schemas.openxmlformats.org/drawingml/2006/main">
              <a:ext uri="{FF2B5EF4-FFF2-40B4-BE49-F238E27FC236}">
                <a16:creationId xmlns:a16="http://schemas.microsoft.com/office/drawing/2014/main" id="{E33EC24C-43A7-4A60-B910-B4F7378755E8}"/>
              </a:ext>
            </a:extLst>
          </p:cNvPr>
          <p:cNvSpPr>
            <a:spLocks xmlns:a="http://schemas.openxmlformats.org/drawingml/2006/main" noGrp="1"/>
          </p:cNvSpPr>
          <p:nvPr/>
        </p:nvSpPr>
        <p:spPr>
          <a:xfrm xmlns:a="http://schemas.openxmlformats.org/drawingml/2006/main">
            <a:off x="1333500" y="20193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Сбои требуют быстрой диагностики</a:t>
            </a:r>
          </a:p>
        </p:txBody>
      </p:sp>
      <p:sp>
        <p:nvSpPr>
          <p:cNvPr id="7" name="ha_3.">
            <a:extLst xmlns:a="http://schemas.openxmlformats.org/drawingml/2006/main">
              <a:ext uri="{FF2B5EF4-FFF2-40B4-BE49-F238E27FC236}">
                <a16:creationId xmlns:a16="http://schemas.microsoft.com/office/drawing/2014/main" id="{C3580EF8-6601-440A-A408-93008E6DE34F}"/>
              </a:ext>
            </a:extLst>
          </p:cNvPr>
          <p:cNvSpPr>
            <a:spLocks xmlns:a="http://schemas.openxmlformats.org/drawingml/2006/main" noGrp="1"/>
          </p:cNvSpPr>
          <p:nvPr/>
        </p:nvSpPr>
        <p:spPr>
          <a:xfrm xmlns:a="http://schemas.openxmlformats.org/drawingml/2006/main">
            <a:off x="762000" y="26098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3.</a:t>
            </a:r>
          </a:p>
        </p:txBody>
      </p:sp>
      <p:sp>
        <p:nvSpPr>
          <p:cNvPr id="8" name="ha_Данные требуют резервных копий">
            <a:extLst xmlns:a="http://schemas.openxmlformats.org/drawingml/2006/main">
              <a:ext uri="{FF2B5EF4-FFF2-40B4-BE49-F238E27FC236}">
                <a16:creationId xmlns:a16="http://schemas.microsoft.com/office/drawing/2014/main" id="{810C93F0-A263-4C95-B582-E1DAEE9EDA66}"/>
              </a:ext>
            </a:extLst>
          </p:cNvPr>
          <p:cNvSpPr>
            <a:spLocks xmlns:a="http://schemas.openxmlformats.org/drawingml/2006/main" noGrp="1"/>
          </p:cNvSpPr>
          <p:nvPr/>
        </p:nvSpPr>
        <p:spPr>
          <a:xfrm xmlns:a="http://schemas.openxmlformats.org/drawingml/2006/main">
            <a:off x="1333500" y="26098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Данные требуют резервных копий</a:t>
            </a:r>
          </a:p>
        </p:txBody>
      </p:sp>
      <p:sp>
        <p:nvSpPr>
          <p:cNvPr id="9" name="ha_4.">
            <a:extLst xmlns:a="http://schemas.openxmlformats.org/drawingml/2006/main">
              <a:ext uri="{FF2B5EF4-FFF2-40B4-BE49-F238E27FC236}">
                <a16:creationId xmlns:a16="http://schemas.microsoft.com/office/drawing/2014/main" id="{3CB75596-B6D8-436F-9BE1-1F4F8C7345F9}"/>
              </a:ext>
            </a:extLst>
          </p:cNvPr>
          <p:cNvSpPr>
            <a:spLocks xmlns:a="http://schemas.openxmlformats.org/drawingml/2006/main" noGrp="1"/>
          </p:cNvSpPr>
          <p:nvPr/>
        </p:nvSpPr>
        <p:spPr>
          <a:xfrm xmlns:a="http://schemas.openxmlformats.org/drawingml/2006/main">
            <a:off x="762000" y="32004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4.</a:t>
            </a:r>
          </a:p>
        </p:txBody>
      </p:sp>
      <p:sp>
        <p:nvSpPr>
          <p:cNvPr id="10" name="ha_Ручную настройку сложно повторить">
            <a:extLst xmlns:a="http://schemas.openxmlformats.org/drawingml/2006/main">
              <a:ext uri="{FF2B5EF4-FFF2-40B4-BE49-F238E27FC236}">
                <a16:creationId xmlns:a16="http://schemas.microsoft.com/office/drawing/2014/main" id="{38870485-FBE9-49E9-BA4F-A85C239FB648}"/>
              </a:ext>
            </a:extLst>
          </p:cNvPr>
          <p:cNvSpPr>
            <a:spLocks xmlns:a="http://schemas.openxmlformats.org/drawingml/2006/main" noGrp="1"/>
          </p:cNvSpPr>
          <p:nvPr/>
        </p:nvSpPr>
        <p:spPr>
          <a:xfrm xmlns:a="http://schemas.openxmlformats.org/drawingml/2006/main">
            <a:off x="1333500" y="32004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Ручную настройку сложно повторить</a:t>
            </a:r>
          </a:p>
        </p:txBody>
      </p:sp>
    </p:spTree>
    <p:extLst>
      <p:ext uri="{BB962C8B-B14F-4D97-AF65-F5344CB8AC3E}">
        <p14:creationId xmlns:p14="http://schemas.microsoft.com/office/powerpoint/2010/main" val="202485069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Google Shape;185;p39">
            <a:extLst xmlns:a="http://schemas.openxmlformats.org/drawingml/2006/main">
              <a:ext uri="{FF2B5EF4-FFF2-40B4-BE49-F238E27FC236}">
                <a16:creationId xmlns:a16="http://schemas.microsoft.com/office/drawing/2014/main" id="{E66ADC0A-6889-4B2F-9D36-FBFEBEFC4C18}"/>
              </a:ext>
            </a:extLst>
          </p:cNvPr>
          <p:cNvSpPr>
            <a:spLocks xmlns:a="http://schemas.openxmlformats.org/drawingml/2006/main" noGrp="1"/>
          </p:cNvSpPr>
          <p:nvPr/>
        </p:nvSpPr>
        <p:spPr>
          <a:xfrm xmlns:a="http://schemas.openxmlformats.org/drawingml/2006/main">
            <a:off x="609600" y="381000"/>
            <a:ext cx="7905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Цель и задачи</a:t>
            </a:r>
            <a:endParaRPr sz="3000" b="1">
              <a:solidFill>
                <a:srgbClr val="000000"/>
              </a:solidFill>
              <a:latin typeface="Roboto"/>
              <a:ea typeface="Roboto"/>
              <a:cs typeface="Roboto"/>
            </a:endParaRPr>
          </a:p>
        </p:txBody>
      </p:sp>
      <p:sp>
        <p:nvSpPr>
          <p:cNvPr id="2" name="ha_4">
            <a:extLst xmlns:a="http://schemas.openxmlformats.org/drawingml/2006/main">
              <a:ext uri="{FF2B5EF4-FFF2-40B4-BE49-F238E27FC236}">
                <a16:creationId xmlns:a16="http://schemas.microsoft.com/office/drawing/2014/main" id="{B7CFBEA4-9C71-4D38-8B32-761641B75E9B}"/>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4</a:t>
            </a:r>
          </a:p>
        </p:txBody>
      </p:sp>
      <p:sp>
        <p:nvSpPr>
          <p:cNvPr id="3" name="ha_Цель: воспроизводимая инфраструктур">
            <a:extLst xmlns:a="http://schemas.openxmlformats.org/drawingml/2006/main">
              <a:ext uri="{FF2B5EF4-FFF2-40B4-BE49-F238E27FC236}">
                <a16:creationId xmlns:a16="http://schemas.microsoft.com/office/drawing/2014/main" id="{88D86C61-9255-4B2D-9704-4597A83FDCA1}"/>
              </a:ext>
            </a:extLst>
          </p:cNvPr>
          <p:cNvSpPr>
            <a:spLocks xmlns:a="http://schemas.openxmlformats.org/drawingml/2006/main" noGrp="1"/>
          </p:cNvSpPr>
          <p:nvPr/>
        </p:nvSpPr>
        <p:spPr>
          <a:xfrm xmlns:a="http://schemas.openxmlformats.org/drawingml/2006/main">
            <a:off x="762000" y="125730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875" b="1">
                <a:solidFill>
                  <a:srgbClr val="4931AA"/>
                </a:solidFill>
                <a:latin typeface="Roboto"/>
                <a:ea typeface="Roboto"/>
                <a:cs typeface="Roboto"/>
              </a:defRPr>
            </a:pPr>
            <a:r>
              <a:rPr sz="1875" b="1">
                <a:solidFill>
                  <a:srgbClr val="4931AA"/>
                </a:solidFill>
                <a:latin typeface="Roboto"/>
                <a:ea typeface="Roboto"/>
                <a:cs typeface="Roboto"/>
              </a:rPr>
              <a:t>Цель: воспроизводимая инфраструктура</a:t>
            </a:r>
          </a:p>
          <a:p xmlns:a="http://schemas.openxmlformats.org/drawingml/2006/main">
            <a:pPr algn="l">
              <a:lnSpc>
                <a:spcPct val="115000"/>
              </a:lnSpc>
              <a:buNone/>
              <a:defRPr sz="1875" b="1">
                <a:solidFill>
                  <a:srgbClr val="4931AA"/>
                </a:solidFill>
                <a:latin typeface="Roboto"/>
                <a:ea typeface="Roboto"/>
                <a:cs typeface="Roboto"/>
              </a:defRPr>
            </a:pPr>
            <a:r>
              <a:rPr sz="1875" b="1">
                <a:solidFill>
                  <a:srgbClr val="4931AA"/>
                </a:solidFill>
                <a:latin typeface="Roboto"/>
                <a:ea typeface="Roboto"/>
                <a:cs typeface="Roboto"/>
              </a:rPr>
              <a:t>с резервированием backend</a:t>
            </a:r>
          </a:p>
        </p:txBody>
      </p:sp>
      <p:sp>
        <p:nvSpPr>
          <p:cNvPr id="4" name="ha_1.">
            <a:extLst xmlns:a="http://schemas.openxmlformats.org/drawingml/2006/main">
              <a:ext uri="{FF2B5EF4-FFF2-40B4-BE49-F238E27FC236}">
                <a16:creationId xmlns:a16="http://schemas.microsoft.com/office/drawing/2014/main" id="{22D0DB08-6819-4CAF-9217-0E099AE13FF2}"/>
              </a:ext>
            </a:extLst>
          </p:cNvPr>
          <p:cNvSpPr>
            <a:spLocks xmlns:a="http://schemas.openxmlformats.org/drawingml/2006/main" noGrp="1"/>
          </p:cNvSpPr>
          <p:nvPr/>
        </p:nvSpPr>
        <p:spPr>
          <a:xfrm xmlns:a="http://schemas.openxmlformats.org/drawingml/2006/main">
            <a:off x="762000" y="2238375"/>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1.</a:t>
            </a:r>
          </a:p>
        </p:txBody>
      </p:sp>
      <p:sp>
        <p:nvSpPr>
          <p:cNvPr id="5" name="ha_Настроить балансировку запросов">
            <a:extLst xmlns:a="http://schemas.openxmlformats.org/drawingml/2006/main">
              <a:ext uri="{FF2B5EF4-FFF2-40B4-BE49-F238E27FC236}">
                <a16:creationId xmlns:a16="http://schemas.microsoft.com/office/drawing/2014/main" id="{746B6EE4-6DDF-489F-86B2-736A5608F0F5}"/>
              </a:ext>
            </a:extLst>
          </p:cNvPr>
          <p:cNvSpPr>
            <a:spLocks xmlns:a="http://schemas.openxmlformats.org/drawingml/2006/main" noGrp="1"/>
          </p:cNvSpPr>
          <p:nvPr/>
        </p:nvSpPr>
        <p:spPr>
          <a:xfrm xmlns:a="http://schemas.openxmlformats.org/drawingml/2006/main">
            <a:off x="1333500" y="223837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Настроить балансировку запросов</a:t>
            </a:r>
          </a:p>
        </p:txBody>
      </p:sp>
      <p:sp>
        <p:nvSpPr>
          <p:cNvPr id="6" name="ha_2.">
            <a:extLst xmlns:a="http://schemas.openxmlformats.org/drawingml/2006/main">
              <a:ext uri="{FF2B5EF4-FFF2-40B4-BE49-F238E27FC236}">
                <a16:creationId xmlns:a16="http://schemas.microsoft.com/office/drawing/2014/main" id="{B724907A-D208-41B8-9F63-05BD532ED7E5}"/>
              </a:ext>
            </a:extLst>
          </p:cNvPr>
          <p:cNvSpPr>
            <a:spLocks xmlns:a="http://schemas.openxmlformats.org/drawingml/2006/main" noGrp="1"/>
          </p:cNvSpPr>
          <p:nvPr/>
        </p:nvSpPr>
        <p:spPr>
          <a:xfrm xmlns:a="http://schemas.openxmlformats.org/drawingml/2006/main">
            <a:off x="762000" y="27432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2.</a:t>
            </a:r>
          </a:p>
        </p:txBody>
      </p:sp>
      <p:sp>
        <p:nvSpPr>
          <p:cNvPr id="7" name="ha_Настроить репликацию и backup">
            <a:extLst xmlns:a="http://schemas.openxmlformats.org/drawingml/2006/main">
              <a:ext uri="{FF2B5EF4-FFF2-40B4-BE49-F238E27FC236}">
                <a16:creationId xmlns:a16="http://schemas.microsoft.com/office/drawing/2014/main" id="{ECF09B99-0D51-4B08-822F-55F4AA778455}"/>
              </a:ext>
            </a:extLst>
          </p:cNvPr>
          <p:cNvSpPr>
            <a:spLocks xmlns:a="http://schemas.openxmlformats.org/drawingml/2006/main" noGrp="1"/>
          </p:cNvSpPr>
          <p:nvPr/>
        </p:nvSpPr>
        <p:spPr>
          <a:xfrm xmlns:a="http://schemas.openxmlformats.org/drawingml/2006/main">
            <a:off x="1333500" y="27432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Настроить репликацию и backup</a:t>
            </a:r>
          </a:p>
        </p:txBody>
      </p:sp>
      <p:sp>
        <p:nvSpPr>
          <p:cNvPr id="8" name="ha_3.">
            <a:extLst xmlns:a="http://schemas.openxmlformats.org/drawingml/2006/main">
              <a:ext uri="{FF2B5EF4-FFF2-40B4-BE49-F238E27FC236}">
                <a16:creationId xmlns:a16="http://schemas.microsoft.com/office/drawing/2014/main" id="{1A8E9B8A-0195-4821-836A-ACC31E5EB481}"/>
              </a:ext>
            </a:extLst>
          </p:cNvPr>
          <p:cNvSpPr>
            <a:spLocks xmlns:a="http://schemas.openxmlformats.org/drawingml/2006/main" noGrp="1"/>
          </p:cNvSpPr>
          <p:nvPr/>
        </p:nvSpPr>
        <p:spPr>
          <a:xfrm xmlns:a="http://schemas.openxmlformats.org/drawingml/2006/main">
            <a:off x="762000" y="3248025"/>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3.</a:t>
            </a:r>
          </a:p>
        </p:txBody>
      </p:sp>
      <p:sp>
        <p:nvSpPr>
          <p:cNvPr id="9" name="ha_Объединить метрики и логи">
            <a:extLst xmlns:a="http://schemas.openxmlformats.org/drawingml/2006/main">
              <a:ext uri="{FF2B5EF4-FFF2-40B4-BE49-F238E27FC236}">
                <a16:creationId xmlns:a16="http://schemas.microsoft.com/office/drawing/2014/main" id="{C3CEADB4-80CB-41B5-B152-59BC4B0C7A1E}"/>
              </a:ext>
            </a:extLst>
          </p:cNvPr>
          <p:cNvSpPr>
            <a:spLocks xmlns:a="http://schemas.openxmlformats.org/drawingml/2006/main" noGrp="1"/>
          </p:cNvSpPr>
          <p:nvPr/>
        </p:nvSpPr>
        <p:spPr>
          <a:xfrm xmlns:a="http://schemas.openxmlformats.org/drawingml/2006/main">
            <a:off x="1333500" y="324802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Объединить метрики и логи</a:t>
            </a:r>
          </a:p>
        </p:txBody>
      </p:sp>
      <p:sp>
        <p:nvSpPr>
          <p:cNvPr id="10" name="ha_4.">
            <a:extLst xmlns:a="http://schemas.openxmlformats.org/drawingml/2006/main">
              <a:ext uri="{FF2B5EF4-FFF2-40B4-BE49-F238E27FC236}">
                <a16:creationId xmlns:a16="http://schemas.microsoft.com/office/drawing/2014/main" id="{B69B5E3D-548B-4A88-A958-74CA1CFDD74E}"/>
              </a:ext>
            </a:extLst>
          </p:cNvPr>
          <p:cNvSpPr>
            <a:spLocks xmlns:a="http://schemas.openxmlformats.org/drawingml/2006/main" noGrp="1"/>
          </p:cNvSpPr>
          <p:nvPr/>
        </p:nvSpPr>
        <p:spPr>
          <a:xfrm xmlns:a="http://schemas.openxmlformats.org/drawingml/2006/main">
            <a:off x="762000" y="37528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4.</a:t>
            </a:r>
          </a:p>
        </p:txBody>
      </p:sp>
      <p:sp>
        <p:nvSpPr>
          <p:cNvPr id="11" name="ha_Проверить отказ и восстановление">
            <a:extLst xmlns:a="http://schemas.openxmlformats.org/drawingml/2006/main">
              <a:ext uri="{FF2B5EF4-FFF2-40B4-BE49-F238E27FC236}">
                <a16:creationId xmlns:a16="http://schemas.microsoft.com/office/drawing/2014/main" id="{02498D0D-0913-4529-B38F-BB3C691E8D57}"/>
              </a:ext>
            </a:extLst>
          </p:cNvPr>
          <p:cNvSpPr>
            <a:spLocks xmlns:a="http://schemas.openxmlformats.org/drawingml/2006/main" noGrp="1"/>
          </p:cNvSpPr>
          <p:nvPr/>
        </p:nvSpPr>
        <p:spPr>
          <a:xfrm xmlns:a="http://schemas.openxmlformats.org/drawingml/2006/main">
            <a:off x="1333500" y="37528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Проверить отказ и восстановление</a:t>
            </a:r>
          </a:p>
        </p:txBody>
      </p:sp>
    </p:spTree>
    <p:extLst>
      <p:ext uri="{BB962C8B-B14F-4D97-AF65-F5344CB8AC3E}">
        <p14:creationId xmlns:p14="http://schemas.microsoft.com/office/powerpoint/2010/main" val="19852447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Google Shape;195;p40">
            <a:extLst xmlns:a="http://schemas.openxmlformats.org/drawingml/2006/main">
              <a:ext uri="{FF2B5EF4-FFF2-40B4-BE49-F238E27FC236}">
                <a16:creationId xmlns:a16="http://schemas.microsoft.com/office/drawing/2014/main" id="{1D193C63-AB4E-4C47-9A11-A168E41368CA}"/>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Выбор технологий</a:t>
            </a:r>
            <a:endParaRPr sz="3000"/>
          </a:p>
        </p:txBody>
      </p:sp>
      <p:sp>
        <p:nvSpPr>
          <p:cNvPr id="2" name="ha_5">
            <a:extLst xmlns:a="http://schemas.openxmlformats.org/drawingml/2006/main">
              <a:ext uri="{FF2B5EF4-FFF2-40B4-BE49-F238E27FC236}">
                <a16:creationId xmlns:a16="http://schemas.microsoft.com/office/drawing/2014/main" id="{AE2ACC07-BA27-4B48-9295-97C2F1D9EFC0}"/>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5</a:t>
            </a:r>
          </a:p>
        </p:txBody>
      </p:sp>
      <p:sp>
        <p:nvSpPr>
          <p:cNvPr id="3" name="ha_1.">
            <a:extLst xmlns:a="http://schemas.openxmlformats.org/drawingml/2006/main">
              <a:ext uri="{FF2B5EF4-FFF2-40B4-BE49-F238E27FC236}">
                <a16:creationId xmlns:a16="http://schemas.microsoft.com/office/drawing/2014/main" id="{6429A806-3D56-432C-93F9-7E3EB00A1EC0}"/>
              </a:ext>
            </a:extLst>
          </p:cNvPr>
          <p:cNvSpPr>
            <a:spLocks xmlns:a="http://schemas.openxmlformats.org/drawingml/2006/main" noGrp="1"/>
          </p:cNvSpPr>
          <p:nvPr/>
        </p:nvSpPr>
        <p:spPr>
          <a:xfrm xmlns:a="http://schemas.openxmlformats.org/drawingml/2006/main">
            <a:off x="762000" y="14287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1.</a:t>
            </a:r>
          </a:p>
        </p:txBody>
      </p:sp>
      <p:sp>
        <p:nvSpPr>
          <p:cNvPr id="4" name="ha_AlmaLinux 9, VirtualBox, Vagrant">
            <a:extLst xmlns:a="http://schemas.openxmlformats.org/drawingml/2006/main">
              <a:ext uri="{FF2B5EF4-FFF2-40B4-BE49-F238E27FC236}">
                <a16:creationId xmlns:a16="http://schemas.microsoft.com/office/drawing/2014/main" id="{CE411140-D32C-4CA9-9A50-6EC90786431A}"/>
              </a:ext>
            </a:extLst>
          </p:cNvPr>
          <p:cNvSpPr>
            <a:spLocks xmlns:a="http://schemas.openxmlformats.org/drawingml/2006/main" noGrp="1"/>
          </p:cNvSpPr>
          <p:nvPr/>
        </p:nvSpPr>
        <p:spPr>
          <a:xfrm xmlns:a="http://schemas.openxmlformats.org/drawingml/2006/main">
            <a:off x="1333500" y="14287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AlmaLinux 9, VirtualBox, Vagrant</a:t>
            </a:r>
          </a:p>
        </p:txBody>
      </p:sp>
      <p:sp>
        <p:nvSpPr>
          <p:cNvPr id="5" name="ha_2.">
            <a:extLst xmlns:a="http://schemas.openxmlformats.org/drawingml/2006/main">
              <a:ext uri="{FF2B5EF4-FFF2-40B4-BE49-F238E27FC236}">
                <a16:creationId xmlns:a16="http://schemas.microsoft.com/office/drawing/2014/main" id="{16295713-11A3-41FF-B825-CE8B0F84A814}"/>
              </a:ext>
            </a:extLst>
          </p:cNvPr>
          <p:cNvSpPr>
            <a:spLocks xmlns:a="http://schemas.openxmlformats.org/drawingml/2006/main" noGrp="1"/>
          </p:cNvSpPr>
          <p:nvPr/>
        </p:nvSpPr>
        <p:spPr>
          <a:xfrm xmlns:a="http://schemas.openxmlformats.org/drawingml/2006/main">
            <a:off x="762000" y="20193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2.</a:t>
            </a:r>
          </a:p>
        </p:txBody>
      </p:sp>
      <p:sp>
        <p:nvSpPr>
          <p:cNvPr id="6" name="ha_Ansible: настройка из кода">
            <a:extLst xmlns:a="http://schemas.openxmlformats.org/drawingml/2006/main">
              <a:ext uri="{FF2B5EF4-FFF2-40B4-BE49-F238E27FC236}">
                <a16:creationId xmlns:a16="http://schemas.microsoft.com/office/drawing/2014/main" id="{32F8AD78-7975-4B90-BC4F-4628A46B2FD8}"/>
              </a:ext>
            </a:extLst>
          </p:cNvPr>
          <p:cNvSpPr>
            <a:spLocks xmlns:a="http://schemas.openxmlformats.org/drawingml/2006/main" noGrp="1"/>
          </p:cNvSpPr>
          <p:nvPr/>
        </p:nvSpPr>
        <p:spPr>
          <a:xfrm xmlns:a="http://schemas.openxmlformats.org/drawingml/2006/main">
            <a:off x="1333500" y="20193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Ansible: настройка из кода</a:t>
            </a:r>
          </a:p>
        </p:txBody>
      </p:sp>
      <p:sp>
        <p:nvSpPr>
          <p:cNvPr id="7" name="ha_3.">
            <a:extLst xmlns:a="http://schemas.openxmlformats.org/drawingml/2006/main">
              <a:ext uri="{FF2B5EF4-FFF2-40B4-BE49-F238E27FC236}">
                <a16:creationId xmlns:a16="http://schemas.microsoft.com/office/drawing/2014/main" id="{B48EB14F-1F2A-46AE-BFE5-955EE3F37F17}"/>
              </a:ext>
            </a:extLst>
          </p:cNvPr>
          <p:cNvSpPr>
            <a:spLocks xmlns:a="http://schemas.openxmlformats.org/drawingml/2006/main" noGrp="1"/>
          </p:cNvSpPr>
          <p:nvPr/>
        </p:nvSpPr>
        <p:spPr>
          <a:xfrm xmlns:a="http://schemas.openxmlformats.org/drawingml/2006/main">
            <a:off x="762000" y="26098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3.</a:t>
            </a:r>
          </a:p>
        </p:txBody>
      </p:sp>
      <p:sp>
        <p:nvSpPr>
          <p:cNvPr id="8" name="ha_Nginx, Flask: веб-приложение">
            <a:extLst xmlns:a="http://schemas.openxmlformats.org/drawingml/2006/main">
              <a:ext uri="{FF2B5EF4-FFF2-40B4-BE49-F238E27FC236}">
                <a16:creationId xmlns:a16="http://schemas.microsoft.com/office/drawing/2014/main" id="{80CEACD1-2F6A-48DC-A86D-410F9BEDC9F1}"/>
              </a:ext>
            </a:extLst>
          </p:cNvPr>
          <p:cNvSpPr>
            <a:spLocks xmlns:a="http://schemas.openxmlformats.org/drawingml/2006/main" noGrp="1"/>
          </p:cNvSpPr>
          <p:nvPr/>
        </p:nvSpPr>
        <p:spPr>
          <a:xfrm xmlns:a="http://schemas.openxmlformats.org/drawingml/2006/main">
            <a:off x="1333500" y="26098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Nginx, Flask: веб-приложение</a:t>
            </a:r>
          </a:p>
        </p:txBody>
      </p:sp>
      <p:sp>
        <p:nvSpPr>
          <p:cNvPr id="9" name="ha_4.">
            <a:extLst xmlns:a="http://schemas.openxmlformats.org/drawingml/2006/main">
              <a:ext uri="{FF2B5EF4-FFF2-40B4-BE49-F238E27FC236}">
                <a16:creationId xmlns:a16="http://schemas.microsoft.com/office/drawing/2014/main" id="{297DBB37-FB5E-49D3-A222-6D2F4B2C39F5}"/>
              </a:ext>
            </a:extLst>
          </p:cNvPr>
          <p:cNvSpPr>
            <a:spLocks xmlns:a="http://schemas.openxmlformats.org/drawingml/2006/main" noGrp="1"/>
          </p:cNvSpPr>
          <p:nvPr/>
        </p:nvSpPr>
        <p:spPr>
          <a:xfrm xmlns:a="http://schemas.openxmlformats.org/drawingml/2006/main">
            <a:off x="762000" y="32004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4.</a:t>
            </a:r>
          </a:p>
        </p:txBody>
      </p:sp>
      <p:sp>
        <p:nvSpPr>
          <p:cNvPr id="10" name="ha_PostgreSQL: данные и репликация">
            <a:extLst xmlns:a="http://schemas.openxmlformats.org/drawingml/2006/main">
              <a:ext uri="{FF2B5EF4-FFF2-40B4-BE49-F238E27FC236}">
                <a16:creationId xmlns:a16="http://schemas.microsoft.com/office/drawing/2014/main" id="{A2AAB028-D189-4A38-80C2-B7581A37E3CF}"/>
              </a:ext>
            </a:extLst>
          </p:cNvPr>
          <p:cNvSpPr>
            <a:spLocks xmlns:a="http://schemas.openxmlformats.org/drawingml/2006/main" noGrp="1"/>
          </p:cNvSpPr>
          <p:nvPr/>
        </p:nvSpPr>
        <p:spPr>
          <a:xfrm xmlns:a="http://schemas.openxmlformats.org/drawingml/2006/main">
            <a:off x="1333500" y="32004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PostgreSQL: данные и репликация</a:t>
            </a:r>
          </a:p>
        </p:txBody>
      </p:sp>
      <p:sp>
        <p:nvSpPr>
          <p:cNvPr id="11" name="ha_5.">
            <a:extLst xmlns:a="http://schemas.openxmlformats.org/drawingml/2006/main">
              <a:ext uri="{FF2B5EF4-FFF2-40B4-BE49-F238E27FC236}">
                <a16:creationId xmlns:a16="http://schemas.microsoft.com/office/drawing/2014/main" id="{F61D86E4-4C53-4FB6-8D99-D1E1FE7C4207}"/>
              </a:ext>
            </a:extLst>
          </p:cNvPr>
          <p:cNvSpPr>
            <a:spLocks xmlns:a="http://schemas.openxmlformats.org/drawingml/2006/main" noGrp="1"/>
          </p:cNvSpPr>
          <p:nvPr/>
        </p:nvSpPr>
        <p:spPr>
          <a:xfrm xmlns:a="http://schemas.openxmlformats.org/drawingml/2006/main">
            <a:off x="762000" y="37909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5.</a:t>
            </a:r>
          </a:p>
        </p:txBody>
      </p:sp>
      <p:sp>
        <p:nvSpPr>
          <p:cNvPr id="12" name="ha_Prometheus, Grafana, ELK: наблюдаем">
            <a:extLst xmlns:a="http://schemas.openxmlformats.org/drawingml/2006/main">
              <a:ext uri="{FF2B5EF4-FFF2-40B4-BE49-F238E27FC236}">
                <a16:creationId xmlns:a16="http://schemas.microsoft.com/office/drawing/2014/main" id="{F6E70696-375F-4BDB-9880-7806F8E52B24}"/>
              </a:ext>
            </a:extLst>
          </p:cNvPr>
          <p:cNvSpPr>
            <a:spLocks xmlns:a="http://schemas.openxmlformats.org/drawingml/2006/main" noGrp="1"/>
          </p:cNvSpPr>
          <p:nvPr/>
        </p:nvSpPr>
        <p:spPr>
          <a:xfrm xmlns:a="http://schemas.openxmlformats.org/drawingml/2006/main">
            <a:off x="1333500" y="37909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Prometheus, Grafana, ELK: наблюдаемость</a:t>
            </a:r>
          </a:p>
        </p:txBody>
      </p:sp>
    </p:spTree>
    <p:extLst>
      <p:ext uri="{BB962C8B-B14F-4D97-AF65-F5344CB8AC3E}">
        <p14:creationId xmlns:p14="http://schemas.microsoft.com/office/powerpoint/2010/main" val="16582537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Google Shape;602;p75">
            <a:extLst xmlns:a="http://schemas.openxmlformats.org/drawingml/2006/main">
              <a:ext uri="{FF2B5EF4-FFF2-40B4-BE49-F238E27FC236}">
                <a16:creationId xmlns:a16="http://schemas.microsoft.com/office/drawing/2014/main" id="{4D341813-3DBF-4220-99B1-3206428F32D4}"/>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Архитектура стенда</a:t>
            </a:r>
            <a:endParaRPr/>
          </a:p>
        </p:txBody>
      </p:sp>
      <p:sp>
        <p:nvSpPr>
          <p:cNvPr id="2" name="ha_6">
            <a:extLst xmlns:a="http://schemas.openxmlformats.org/drawingml/2006/main">
              <a:ext uri="{FF2B5EF4-FFF2-40B4-BE49-F238E27FC236}">
                <a16:creationId xmlns:a16="http://schemas.microsoft.com/office/drawing/2014/main" id="{698E4C67-D3EF-4C20-ABB1-65425C18C715}"/>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6</a:t>
            </a:r>
          </a:p>
        </p:txBody>
      </p:sp>
      <p:graphicFrame>
        <p:nvGraphicFramePr>
          <p:cNvPr id="6" name=""/>
          <p:cNvGraphicFramePr/>
          <p:nvPr/>
        </p:nvGraphicFramePr>
        <p:xfrm>
          <a:off xmlns:a="http://schemas.openxmlformats.org/drawingml/2006/main" x="666750" y="1381125"/>
          <a:ext xmlns:a="http://schemas.openxmlformats.org/drawingml/2006/main" cx="7810500" cy="2667000"/>
        </p:xfrm>
        <a:graphic xmlns:a="http://schemas.openxmlformats.org/drawingml/2006/main">
          <a:graphicData uri="http://schemas.openxmlformats.org/drawingml/2006/table">
            <a:tbl>
              <a:tblPr/>
              <a:tblGrid>
                <a:gridCol w="1333500"/>
                <a:gridCol w="2190750"/>
                <a:gridCol w="4286250"/>
              </a:tblGrid>
              <a:tr h="533400">
                <a:tc>
                  <a:txBody>
                    <a:bodyPr/>
                    <a:lstStyle/>
                    <a:p>
                      <a:r>
                        <a:rPr sz="1500" b="1">
                          <a:solidFill>
                            <a:srgbClr val="4931AA"/>
                          </a:solidFill>
                          <a:latin typeface="Roboto"/>
                          <a:ea typeface="Roboto"/>
                          <a:cs typeface="Roboto"/>
                        </a:rPr>
                        <a:t>Узел</a:t>
                      </a:r>
                    </a:p>
                  </a:txBody>
                  <a:tcPr marL="114300" marR="95250" marT="85725" marB="76200" anchor="ctr">
                    <a:solidFill>
                      <a:srgbClr val="F6F4FC"/>
                    </a:solidFill>
                  </a:tcPr>
                </a:tc>
                <a:tc>
                  <a:txBody>
                    <a:bodyPr/>
                    <a:lstStyle/>
                    <a:p>
                      <a:r>
                        <a:rPr sz="1500" b="1">
                          <a:solidFill>
                            <a:srgbClr val="4931AA"/>
                          </a:solidFill>
                          <a:latin typeface="Roboto"/>
                          <a:ea typeface="Roboto"/>
                          <a:cs typeface="Roboto"/>
                        </a:rPr>
                        <a:t>Приложение</a:t>
                      </a:r>
                    </a:p>
                  </a:txBody>
                  <a:tcPr marL="114300" marR="95250" marT="85725" marB="76200" anchor="ctr">
                    <a:solidFill>
                      <a:srgbClr val="F6F4FC"/>
                    </a:solidFill>
                  </a:tcPr>
                </a:tc>
                <a:tc>
                  <a:txBody>
                    <a:bodyPr/>
                    <a:lstStyle/>
                    <a:p>
                      <a:r>
                        <a:rPr sz="1500" b="1">
                          <a:solidFill>
                            <a:srgbClr val="4931AA"/>
                          </a:solidFill>
                          <a:latin typeface="Roboto"/>
                          <a:ea typeface="Roboto"/>
                          <a:cs typeface="Roboto"/>
                        </a:rPr>
                        <a:t>Данные / диагностика</a:t>
                      </a:r>
                    </a:p>
                  </a:txBody>
                  <a:tcPr marL="114300" marR="95250" marT="85725" marB="76200" anchor="ctr">
                    <a:solidFill>
                      <a:srgbClr val="F6F4FC"/>
                    </a:solidFill>
                  </a:tcPr>
                </a:tc>
              </a:tr>
              <a:tr h="533400">
                <a:tc>
                  <a:txBody>
                    <a:bodyPr/>
                    <a:lstStyle/>
                    <a:p>
                      <a:r>
                        <a:rPr sz="1500">
                          <a:solidFill>
                            <a:srgbClr val="111111"/>
                          </a:solidFill>
                          <a:latin typeface="Roboto"/>
                          <a:ea typeface="Roboto"/>
                          <a:cs typeface="Roboto"/>
                        </a:rPr>
                        <a:t>web</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Nginx, HTTPS</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Статика</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app1</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Flask</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PostgreSQL primary, backup</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app2</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Flask</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PostgreSQL standby</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elk</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Метрики, логи, уведомления</a:t>
                      </a:r>
                    </a:p>
                  </a:txBody>
                  <a:tcPr marL="114300" marR="95250" marT="85725" marB="76200" anchor="ctr">
                    <a:solidFill>
                      <a:srgbClr val="FFFFFF"/>
                    </a:solidFill>
                  </a:tcPr>
                </a:tc>
              </a:tr>
            </a:tbl>
          </a:graphicData>
        </a:graphic>
      </p:graphicFrame>
    </p:spTree>
    <p:extLst>
      <p:ext uri="{BB962C8B-B14F-4D97-AF65-F5344CB8AC3E}">
        <p14:creationId xmlns:p14="http://schemas.microsoft.com/office/powerpoint/2010/main" val="11703391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9" name="Google Shape;560;p70">
            <a:extLst xmlns:a="http://schemas.openxmlformats.org/drawingml/2006/main">
              <a:ext uri="{FF2B5EF4-FFF2-40B4-BE49-F238E27FC236}">
                <a16:creationId xmlns:a16="http://schemas.microsoft.com/office/drawing/2014/main" id="{CA351A4D-4A00-4810-8C68-CE4B657E49EE}"/>
              </a:ext>
            </a:extLst>
          </p:cNvPr>
          <p:cNvSpPr>
            <a:spLocks xmlns:a="http://schemas.openxmlformats.org/drawingml/2006/main" noGrp="1"/>
          </p:cNvSpPr>
          <p:nvPr/>
        </p:nvSpPr>
        <p:spPr>
          <a:xfrm xmlns:a="http://schemas.openxmlformats.org/drawingml/2006/main">
            <a:off x="609600" y="381000"/>
            <a:ext cx="790575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Путь запроса и данных</a:t>
            </a:r>
            <a:endParaRPr/>
          </a:p>
        </p:txBody>
      </p:sp>
      <p:sp>
        <p:nvSpPr>
          <p:cNvPr id="2" name="ha_7">
            <a:extLst xmlns:a="http://schemas.openxmlformats.org/drawingml/2006/main">
              <a:ext uri="{FF2B5EF4-FFF2-40B4-BE49-F238E27FC236}">
                <a16:creationId xmlns:a16="http://schemas.microsoft.com/office/drawing/2014/main" id="{2DB57FCE-F94B-4B4F-B6B2-A7DB18C6660B}"/>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7</a:t>
            </a:r>
          </a:p>
        </p:txBody>
      </p:sp>
      <p:sp>
        <p:nvSpPr>
          <p:cNvPr id="3" name="">
            <a:extLst xmlns:a="http://schemas.openxmlformats.org/drawingml/2006/main">
              <a:ext uri="{FF2B5EF4-FFF2-40B4-BE49-F238E27FC236}">
                <a16:creationId xmlns:a16="http://schemas.microsoft.com/office/drawing/2014/main" id="{4A1B1C6C-68DF-4960-B574-7BB60C4B9642}"/>
              </a:ext>
            </a:extLst>
          </p:cNvPr>
          <p:cNvSpPr>
            <a:spLocks xmlns:a="http://schemas.openxmlformats.org/drawingml/2006/main" noGrp="1"/>
          </p:cNvSpPr>
          <p:nvPr/>
        </p:nvSpPr>
        <p:spPr>
          <a:xfrm xmlns:a="http://schemas.openxmlformats.org/drawingml/2006/main">
            <a:off x="666750" y="1333500"/>
            <a:ext cx="1619250"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Браузер</a:t>
            </a:r>
          </a:p>
        </p:txBody>
      </p:sp>
      <p:sp>
        <p:nvSpPr>
          <p:cNvPr id="4" name="">
            <a:extLst xmlns:a="http://schemas.openxmlformats.org/drawingml/2006/main">
              <a:ext uri="{FF2B5EF4-FFF2-40B4-BE49-F238E27FC236}">
                <a16:creationId xmlns:a16="http://schemas.microsoft.com/office/drawing/2014/main" id="{D2B3C13B-F3F3-4A5F-9BA2-ABBB1D2E6947}"/>
              </a:ext>
            </a:extLst>
          </p:cNvPr>
          <p:cNvSpPr>
            <a:spLocks xmlns:a="http://schemas.openxmlformats.org/drawingml/2006/main" noGrp="1"/>
          </p:cNvSpPr>
          <p:nvPr/>
        </p:nvSpPr>
        <p:spPr>
          <a:xfrm xmlns:a="http://schemas.openxmlformats.org/drawingml/2006/main">
            <a:off x="3333750" y="1333500"/>
            <a:ext cx="2286000"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Nginx</a:t>
            </a:r>
          </a:p>
        </p:txBody>
      </p:sp>
      <p:sp>
        <p:nvSpPr>
          <p:cNvPr id="5" name="">
            <a:extLst xmlns:a="http://schemas.openxmlformats.org/drawingml/2006/main">
              <a:ext uri="{FF2B5EF4-FFF2-40B4-BE49-F238E27FC236}">
                <a16:creationId xmlns:a16="http://schemas.microsoft.com/office/drawing/2014/main" id="{B0FCED79-6173-4388-BA5A-AA2796E52F66}"/>
              </a:ext>
            </a:extLst>
          </p:cNvPr>
          <p:cNvSpPr>
            <a:spLocks xmlns:a="http://schemas.openxmlformats.org/drawingml/2006/main" noGrp="1"/>
          </p:cNvSpPr>
          <p:nvPr/>
        </p:nvSpPr>
        <p:spPr>
          <a:xfrm xmlns:a="http://schemas.openxmlformats.org/drawingml/2006/main">
            <a:off x="6715125" y="1333500"/>
            <a:ext cx="2000250"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HTML / JS / CSS</a:t>
            </a:r>
          </a:p>
        </p:txBody>
      </p:sp>
      <p:sp>
        <p:nvSpPr>
          <p:cNvPr id="6" name="">
            <a:extLst xmlns:a="http://schemas.openxmlformats.org/drawingml/2006/main">
              <a:ext uri="{FF2B5EF4-FFF2-40B4-BE49-F238E27FC236}">
                <a16:creationId xmlns:a16="http://schemas.microsoft.com/office/drawing/2014/main" id="{366AF956-D200-4D3F-AC74-5AF8FA5A3896}"/>
              </a:ext>
            </a:extLst>
          </p:cNvPr>
          <p:cNvSpPr>
            <a:spLocks xmlns:a="http://schemas.openxmlformats.org/drawingml/2006/main" noGrp="1"/>
          </p:cNvSpPr>
          <p:nvPr/>
        </p:nvSpPr>
        <p:spPr>
          <a:xfrm xmlns:a="http://schemas.openxmlformats.org/drawingml/2006/main">
            <a:off x="1714500" y="2590800"/>
            <a:ext cx="2286000"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Flask на app1</a:t>
            </a:r>
          </a:p>
        </p:txBody>
      </p:sp>
      <p:sp>
        <p:nvSpPr>
          <p:cNvPr id="7" name="">
            <a:extLst xmlns:a="http://schemas.openxmlformats.org/drawingml/2006/main">
              <a:ext uri="{FF2B5EF4-FFF2-40B4-BE49-F238E27FC236}">
                <a16:creationId xmlns:a16="http://schemas.microsoft.com/office/drawing/2014/main" id="{F234BC83-6A91-4D1E-8899-BCBB6D94A1D1}"/>
              </a:ext>
            </a:extLst>
          </p:cNvPr>
          <p:cNvSpPr>
            <a:spLocks xmlns:a="http://schemas.openxmlformats.org/drawingml/2006/main" noGrp="1"/>
          </p:cNvSpPr>
          <p:nvPr/>
        </p:nvSpPr>
        <p:spPr>
          <a:xfrm xmlns:a="http://schemas.openxmlformats.org/drawingml/2006/main">
            <a:off x="5048250" y="2590800"/>
            <a:ext cx="2286000"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Flask на app2</a:t>
            </a:r>
          </a:p>
        </p:txBody>
      </p:sp>
      <p:sp>
        <p:nvSpPr>
          <p:cNvPr id="8" name="">
            <a:extLst xmlns:a="http://schemas.openxmlformats.org/drawingml/2006/main">
              <a:ext uri="{FF2B5EF4-FFF2-40B4-BE49-F238E27FC236}">
                <a16:creationId xmlns:a16="http://schemas.microsoft.com/office/drawing/2014/main" id="{C77216BE-C4B7-4333-8354-F0784CCF35F6}"/>
              </a:ext>
            </a:extLst>
          </p:cNvPr>
          <p:cNvSpPr>
            <a:spLocks xmlns:a="http://schemas.openxmlformats.org/drawingml/2006/main" noGrp="1"/>
          </p:cNvSpPr>
          <p:nvPr/>
        </p:nvSpPr>
        <p:spPr>
          <a:xfrm xmlns:a="http://schemas.openxmlformats.org/drawingml/2006/main">
            <a:off x="2905125" y="3981450"/>
            <a:ext cx="2571750"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Основная БД · app1</a:t>
            </a:r>
          </a:p>
        </p:txBody>
      </p:sp>
      <p:sp>
        <p:nvSpPr>
          <p:cNvPr id="9" name="">
            <a:extLst xmlns:a="http://schemas.openxmlformats.org/drawingml/2006/main">
              <a:ext uri="{FF2B5EF4-FFF2-40B4-BE49-F238E27FC236}">
                <a16:creationId xmlns:a16="http://schemas.microsoft.com/office/drawing/2014/main" id="{501A7ECD-13C5-4262-BB38-456CBEBA0EE7}"/>
              </a:ext>
            </a:extLst>
          </p:cNvPr>
          <p:cNvSpPr>
            <a:spLocks xmlns:a="http://schemas.openxmlformats.org/drawingml/2006/main" noGrp="1"/>
          </p:cNvSpPr>
          <p:nvPr/>
        </p:nvSpPr>
        <p:spPr>
          <a:xfrm xmlns:a="http://schemas.openxmlformats.org/drawingml/2006/main">
            <a:off x="6477000" y="3981450"/>
            <a:ext cx="2286000"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Копия БД · app2</a:t>
            </a:r>
          </a:p>
        </p:txBody>
      </p:sp>
      <p:cxnSp>
        <p:nvCxnSpPr>
          <p:cNvPr id="28" name=""/>
          <p:cNvCxnSpPr>
            <a:stCxn xmlns:a="http://schemas.openxmlformats.org/drawingml/2006/main" id="3" idx="3"/>
            <a:endCxn xmlns:a="http://schemas.openxmlformats.org/drawingml/2006/main" id="4" idx="1"/>
          </p:cNvCxnSpPr>
          <p:nvPr/>
        </p:nvCxnSpPr>
        <p:spPr>
          <a:xfrm xmlns:a="http://schemas.openxmlformats.org/drawingml/2006/main">
            <a:off x="2286000" y="1619250"/>
            <a:ext cx="1047750" cy="0"/>
          </a:xfrm>
          <a:prstGeom xmlns:a="http://schemas.openxmlformats.org/drawingml/2006/main" prst="straightConnector1">
            <a:avLst/>
          </a:prstGeom>
          <a:ln xmlns:a="http://schemas.openxmlformats.org/drawingml/2006/main" w="19050">
            <a:solidFill>
              <a:srgbClr val="4931AA"/>
            </a:solidFill>
            <a:tailEnd type="triangle" w="sm" len="sm"/>
          </a:ln>
        </p:spPr>
      </p:cxnSp>
      <p:cxnSp>
        <p:nvCxnSpPr>
          <p:cNvPr id="29" name=""/>
          <p:cNvCxnSpPr>
            <a:stCxn xmlns:a="http://schemas.openxmlformats.org/drawingml/2006/main" id="4" idx="3"/>
            <a:endCxn xmlns:a="http://schemas.openxmlformats.org/drawingml/2006/main" id="5" idx="1"/>
          </p:cNvCxnSpPr>
          <p:nvPr/>
        </p:nvCxnSpPr>
        <p:spPr>
          <a:xfrm xmlns:a="http://schemas.openxmlformats.org/drawingml/2006/main">
            <a:off x="5619750" y="1619250"/>
            <a:ext cx="1095375" cy="0"/>
          </a:xfrm>
          <a:prstGeom xmlns:a="http://schemas.openxmlformats.org/drawingml/2006/main" prst="straightConnector1">
            <a:avLst/>
          </a:prstGeom>
          <a:ln xmlns:a="http://schemas.openxmlformats.org/drawingml/2006/main" w="19050">
            <a:solidFill>
              <a:srgbClr val="4931AA"/>
            </a:solidFill>
            <a:tailEnd type="triangle" w="sm" len="sm"/>
          </a:ln>
        </p:spPr>
      </p:cxnSp>
      <p:cxnSp>
        <p:nvCxnSpPr>
          <p:cNvPr id="30" name=""/>
          <p:cNvCxnSpPr>
            <a:stCxn xmlns:a="http://schemas.openxmlformats.org/drawingml/2006/main" id="4" idx="2"/>
            <a:endCxn xmlns:a="http://schemas.openxmlformats.org/drawingml/2006/main" id="6" idx="0"/>
          </p:cNvCxnSpPr>
          <p:nvPr/>
        </p:nvCxnSpPr>
        <p:spPr>
          <a:xfrm xmlns:a="http://schemas.openxmlformats.org/drawingml/2006/main" flipH="1">
            <a:off x="2857500" y="1905000"/>
            <a:ext cx="1619250" cy="685800"/>
          </a:xfrm>
          <a:prstGeom xmlns:a="http://schemas.openxmlformats.org/drawingml/2006/main" prst="bentConnector4">
            <a:avLst>
              <a:gd name="adj1" fmla="val 0"/>
              <a:gd name="adj2" fmla="val 50000"/>
            </a:avLst>
          </a:prstGeom>
          <a:ln xmlns:a="http://schemas.openxmlformats.org/drawingml/2006/main" w="19050">
            <a:solidFill>
              <a:srgbClr val="4931AA"/>
            </a:solidFill>
            <a:tailEnd type="triangle" w="sm" len="sm"/>
          </a:ln>
        </p:spPr>
      </p:cxnSp>
      <p:cxnSp>
        <p:nvCxnSpPr>
          <p:cNvPr id="31" name=""/>
          <p:cNvCxnSpPr>
            <a:stCxn xmlns:a="http://schemas.openxmlformats.org/drawingml/2006/main" id="4" idx="2"/>
            <a:endCxn xmlns:a="http://schemas.openxmlformats.org/drawingml/2006/main" id="7" idx="0"/>
          </p:cNvCxnSpPr>
          <p:nvPr/>
        </p:nvCxnSpPr>
        <p:spPr>
          <a:xfrm xmlns:a="http://schemas.openxmlformats.org/drawingml/2006/main">
            <a:off x="4476750" y="1905000"/>
            <a:ext cx="1714500" cy="685800"/>
          </a:xfrm>
          <a:prstGeom xmlns:a="http://schemas.openxmlformats.org/drawingml/2006/main" prst="bentConnector4">
            <a:avLst>
              <a:gd name="adj1" fmla="val 0"/>
              <a:gd name="adj2" fmla="val 50000"/>
            </a:avLst>
          </a:prstGeom>
          <a:ln xmlns:a="http://schemas.openxmlformats.org/drawingml/2006/main" w="19050">
            <a:solidFill>
              <a:srgbClr val="4931AA"/>
            </a:solidFill>
            <a:tailEnd type="triangle" w="sm" len="sm"/>
          </a:ln>
        </p:spPr>
      </p:cxnSp>
      <p:cxnSp>
        <p:nvCxnSpPr>
          <p:cNvPr id="32" name=""/>
          <p:cNvCxnSpPr>
            <a:stCxn xmlns:a="http://schemas.openxmlformats.org/drawingml/2006/main" id="6" idx="2"/>
            <a:endCxn xmlns:a="http://schemas.openxmlformats.org/drawingml/2006/main" id="8" idx="0"/>
          </p:cNvCxnSpPr>
          <p:nvPr/>
        </p:nvCxnSpPr>
        <p:spPr>
          <a:xfrm xmlns:a="http://schemas.openxmlformats.org/drawingml/2006/main">
            <a:off x="2857500" y="3162300"/>
            <a:ext cx="1333500" cy="819150"/>
          </a:xfrm>
          <a:prstGeom xmlns:a="http://schemas.openxmlformats.org/drawingml/2006/main" prst="bentConnector4">
            <a:avLst>
              <a:gd name="adj1" fmla="val 0"/>
              <a:gd name="adj2" fmla="val 50000"/>
            </a:avLst>
          </a:prstGeom>
          <a:ln xmlns:a="http://schemas.openxmlformats.org/drawingml/2006/main" w="19050">
            <a:solidFill>
              <a:srgbClr val="4931AA"/>
            </a:solidFill>
            <a:tailEnd type="triangle" w="sm" len="sm"/>
          </a:ln>
        </p:spPr>
      </p:cxnSp>
      <p:cxnSp>
        <p:nvCxnSpPr>
          <p:cNvPr id="33" name=""/>
          <p:cNvCxnSpPr>
            <a:stCxn xmlns:a="http://schemas.openxmlformats.org/drawingml/2006/main" id="7" idx="2"/>
            <a:endCxn xmlns:a="http://schemas.openxmlformats.org/drawingml/2006/main" id="8" idx="0"/>
          </p:cNvCxnSpPr>
          <p:nvPr/>
        </p:nvCxnSpPr>
        <p:spPr>
          <a:xfrm xmlns:a="http://schemas.openxmlformats.org/drawingml/2006/main" flipH="1">
            <a:off x="4191000" y="3162300"/>
            <a:ext cx="2000250" cy="819150"/>
          </a:xfrm>
          <a:prstGeom xmlns:a="http://schemas.openxmlformats.org/drawingml/2006/main" prst="bentConnector4">
            <a:avLst>
              <a:gd name="adj1" fmla="val 0"/>
              <a:gd name="adj2" fmla="val 50000"/>
            </a:avLst>
          </a:prstGeom>
          <a:ln xmlns:a="http://schemas.openxmlformats.org/drawingml/2006/main" w="19050">
            <a:solidFill>
              <a:srgbClr val="4931AA"/>
            </a:solidFill>
            <a:tailEnd type="triangle" w="sm" len="sm"/>
          </a:ln>
        </p:spPr>
      </p:cxnSp>
      <p:cxnSp>
        <p:nvCxnSpPr>
          <p:cNvPr id="34" name=""/>
          <p:cNvCxnSpPr>
            <a:stCxn xmlns:a="http://schemas.openxmlformats.org/drawingml/2006/main" id="8" idx="3"/>
            <a:endCxn xmlns:a="http://schemas.openxmlformats.org/drawingml/2006/main" id="9" idx="1"/>
          </p:cNvCxnSpPr>
          <p:nvPr/>
        </p:nvCxnSpPr>
        <p:spPr>
          <a:xfrm xmlns:a="http://schemas.openxmlformats.org/drawingml/2006/main">
            <a:off x="5476875" y="4267200"/>
            <a:ext cx="1000125" cy="0"/>
          </a:xfrm>
          <a:prstGeom xmlns:a="http://schemas.openxmlformats.org/drawingml/2006/main" prst="straightConnector1">
            <a:avLst/>
          </a:prstGeom>
          <a:ln xmlns:a="http://schemas.openxmlformats.org/drawingml/2006/main" w="19050">
            <a:solidFill>
              <a:srgbClr val="4931AA"/>
            </a:solidFill>
            <a:tailEnd type="triangle" w="sm" len="sm"/>
          </a:ln>
        </p:spPr>
      </p:cxnSp>
      <p:sp>
        <p:nvSpPr>
          <p:cNvPr id="17" name="ha_WAL">
            <a:extLst xmlns:a="http://schemas.openxmlformats.org/drawingml/2006/main">
              <a:ext uri="{FF2B5EF4-FFF2-40B4-BE49-F238E27FC236}">
                <a16:creationId xmlns:a16="http://schemas.microsoft.com/office/drawing/2014/main" id="{8A7D40BF-0058-4D93-9CE4-09F000DB8A56}"/>
              </a:ext>
            </a:extLst>
          </p:cNvPr>
          <p:cNvSpPr>
            <a:spLocks xmlns:a="http://schemas.openxmlformats.org/drawingml/2006/main" noGrp="1"/>
          </p:cNvSpPr>
          <p:nvPr/>
        </p:nvSpPr>
        <p:spPr>
          <a:xfrm xmlns:a="http://schemas.openxmlformats.org/drawingml/2006/main">
            <a:off x="5638800" y="3943350"/>
            <a:ext cx="666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275" b="0">
                <a:solidFill>
                  <a:srgbClr val="4931AA"/>
                </a:solidFill>
                <a:latin typeface="Roboto"/>
                <a:ea typeface="Roboto"/>
                <a:cs typeface="Roboto"/>
              </a:defRPr>
            </a:pPr>
            <a:r>
              <a:rPr sz="1275" b="0">
                <a:solidFill>
                  <a:srgbClr val="4931AA"/>
                </a:solidFill>
                <a:latin typeface="Roboto"/>
                <a:ea typeface="Roboto"/>
                <a:cs typeface="Roboto"/>
              </a:rPr>
              <a:t>WAL</a:t>
            </a:r>
          </a:p>
        </p:txBody>
      </p:sp>
      <p:sp>
        <p:nvSpPr>
          <p:cNvPr id="18" name="ha_Оба backend работают с основной баз">
            <a:extLst xmlns:a="http://schemas.openxmlformats.org/drawingml/2006/main">
              <a:ext uri="{FF2B5EF4-FFF2-40B4-BE49-F238E27FC236}">
                <a16:creationId xmlns:a16="http://schemas.microsoft.com/office/drawing/2014/main" id="{DD6A36E6-FD2B-4D11-ADE0-0A8EDED5CB5B}"/>
              </a:ext>
            </a:extLst>
          </p:cNvPr>
          <p:cNvSpPr>
            <a:spLocks xmlns:a="http://schemas.openxmlformats.org/drawingml/2006/main" noGrp="1"/>
          </p:cNvSpPr>
          <p:nvPr/>
        </p:nvSpPr>
        <p:spPr>
          <a:xfrm xmlns:a="http://schemas.openxmlformats.org/drawingml/2006/main">
            <a:off x="904875" y="4591050"/>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350" b="0">
                <a:solidFill>
                  <a:srgbClr val="4931AA"/>
                </a:solidFill>
                <a:latin typeface="Roboto"/>
                <a:ea typeface="Roboto"/>
                <a:cs typeface="Roboto"/>
              </a:defRPr>
            </a:pPr>
            <a:r>
              <a:rPr sz="1350" b="0">
                <a:solidFill>
                  <a:srgbClr val="4931AA"/>
                </a:solidFill>
                <a:latin typeface="Roboto"/>
                <a:ea typeface="Roboto"/>
                <a:cs typeface="Roboto"/>
              </a:rPr>
              <a:t>Оба backend работают с основной базой на app1</a:t>
            </a:r>
          </a:p>
        </p:txBody>
      </p:sp>
    </p:spTree>
    <p:extLst>
      <p:ext uri="{BB962C8B-B14F-4D97-AF65-F5344CB8AC3E}">
        <p14:creationId xmlns:p14="http://schemas.microsoft.com/office/powerpoint/2010/main" val="181488813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 name="Google Shape;438;p62">
            <a:extLst xmlns:a="http://schemas.openxmlformats.org/drawingml/2006/main">
              <a:ext uri="{FF2B5EF4-FFF2-40B4-BE49-F238E27FC236}">
                <a16:creationId xmlns:a16="http://schemas.microsoft.com/office/drawing/2014/main" id="{42E428B6-134D-4F68-B795-2EA04E521946}"/>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2700" b="1">
                <a:solidFill>
                  <a:srgbClr val="111111"/>
                </a:solidFill>
                <a:latin typeface="Roboto"/>
                <a:ea typeface="Roboto"/>
                <a:cs typeface="Roboto"/>
              </a:defRPr>
            </a:pPr>
            <a:r>
              <a:rPr sz="2700" b="1">
                <a:solidFill>
                  <a:srgbClr val="111111"/>
                </a:solidFill>
                <a:latin typeface="Roboto"/>
                <a:ea typeface="Roboto"/>
                <a:cs typeface="Roboto"/>
              </a:rPr>
              <a:t>Балансировка backend</a:t>
            </a:r>
            <a:endParaRPr/>
          </a:p>
        </p:txBody>
      </p:sp>
      <p:sp>
        <p:nvSpPr>
          <p:cNvPr id="2" name="Google Shape;439;p62">
            <a:extLst xmlns:a="http://schemas.openxmlformats.org/drawingml/2006/main">
              <a:ext uri="{FF2B5EF4-FFF2-40B4-BE49-F238E27FC236}">
                <a16:creationId xmlns:a16="http://schemas.microsoft.com/office/drawing/2014/main" id="{0326E895-809F-4450-88FF-94B47FB2FCAB}"/>
              </a:ext>
            </a:extLst>
          </p:cNvPr>
          <p:cNvSpPr>
            <a:spLocks xmlns:a="http://schemas.openxmlformats.org/drawingml/2006/main" noGrp="1"/>
          </p:cNvSpPr>
          <p:nvPr/>
        </p:nvSpPr>
        <p:spPr>
          <a:xfrm xmlns:a="http://schemas.openxmlformats.org/drawingml/2006/main">
            <a:off x="4795100" y="1522725"/>
            <a:ext cx="3414600" cy="2400600"/>
          </a:xfrm>
          <a:prstGeom xmlns:a="http://schemas.openxmlformats.org/drawingml/2006/main" prst="roundRect">
            <a:avLst>
              <a:gd name="adj" fmla="val 16667"/>
            </a:avLst>
          </a:prstGeom>
          <a:solidFill xmlns:a="http://schemas.openxmlformats.org/drawingml/2006/main">
            <a:srgbClr val="EEEEEE"/>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u="sng">
              <a:latin typeface="Roboto"/>
              <a:ea typeface="Roboto"/>
              <a:cs typeface="Roboto"/>
            </a:endParaRPr>
          </a:p>
        </p:txBody>
      </p:sp>
      <p:sp>
        <p:nvSpPr>
          <p:cNvPr id="3" name="Google Shape;440;p62">
            <a:extLst xmlns:a="http://schemas.openxmlformats.org/drawingml/2006/main">
              <a:ext uri="{FF2B5EF4-FFF2-40B4-BE49-F238E27FC236}">
                <a16:creationId xmlns:a16="http://schemas.microsoft.com/office/drawing/2014/main" id="{1121D324-1421-45E6-8AD4-D9CE1C000CC9}"/>
              </a:ext>
            </a:extLst>
          </p:cNvPr>
          <p:cNvSpPr>
            <a:spLocks xmlns:a="http://schemas.openxmlformats.org/drawingml/2006/main" noGrp="1"/>
          </p:cNvSpPr>
          <p:nvPr/>
        </p:nvSpPr>
        <p:spPr>
          <a:xfrm xmlns:a="http://schemas.openxmlformats.org/drawingml/2006/main">
            <a:off x="934300" y="1522725"/>
            <a:ext cx="3414600" cy="2400600"/>
          </a:xfrm>
          <a:prstGeom xmlns:a="http://schemas.openxmlformats.org/drawingml/2006/main" prst="roundRect">
            <a:avLst>
              <a:gd name="adj" fmla="val 16667"/>
            </a:avLst>
          </a:prstGeom>
          <a:solidFill xmlns:a="http://schemas.openxmlformats.org/drawingml/2006/main">
            <a:srgbClr val="EEEEEE"/>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u="sng">
              <a:latin typeface="Roboto"/>
              <a:ea typeface="Roboto"/>
              <a:cs typeface="Roboto"/>
            </a:endParaRPr>
          </a:p>
        </p:txBody>
      </p:sp>
      <p:sp>
        <p:nvSpPr>
          <p:cNvPr id="4" name="ha_8">
            <a:extLst xmlns:a="http://schemas.openxmlformats.org/drawingml/2006/main">
              <a:ext uri="{FF2B5EF4-FFF2-40B4-BE49-F238E27FC236}">
                <a16:creationId xmlns:a16="http://schemas.microsoft.com/office/drawing/2014/main" id="{2CE652E8-1821-4F3A-877C-B14445919A5F}"/>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8</a:t>
            </a:r>
          </a:p>
        </p:txBody>
      </p:sp>
      <p:sp>
        <p:nvSpPr>
          <p:cNvPr id="5" name="ha_Оба backend работают">
            <a:extLst xmlns:a="http://schemas.openxmlformats.org/drawingml/2006/main">
              <a:ext uri="{FF2B5EF4-FFF2-40B4-BE49-F238E27FC236}">
                <a16:creationId xmlns:a16="http://schemas.microsoft.com/office/drawing/2014/main" id="{A80C9C66-695D-4926-93B9-B82E2AA195EC}"/>
              </a:ext>
            </a:extLst>
          </p:cNvPr>
          <p:cNvSpPr>
            <a:spLocks xmlns:a="http://schemas.openxmlformats.org/drawingml/2006/main" noGrp="1"/>
          </p:cNvSpPr>
          <p:nvPr/>
        </p:nvSpPr>
        <p:spPr>
          <a:xfrm xmlns:a="http://schemas.openxmlformats.org/drawingml/2006/main">
            <a:off x="1123950" y="168592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725" b="1">
                <a:solidFill>
                  <a:srgbClr val="4931AA"/>
                </a:solidFill>
                <a:latin typeface="Roboto"/>
                <a:ea typeface="Roboto"/>
                <a:cs typeface="Roboto"/>
              </a:defRPr>
            </a:pPr>
            <a:r>
              <a:rPr sz="1725" b="1">
                <a:solidFill>
                  <a:srgbClr val="4931AA"/>
                </a:solidFill>
                <a:latin typeface="Roboto"/>
                <a:ea typeface="Roboto"/>
                <a:cs typeface="Roboto"/>
              </a:rPr>
              <a:t>Оба backend работают</a:t>
            </a:r>
          </a:p>
        </p:txBody>
      </p:sp>
      <p:sp>
        <p:nvSpPr>
          <p:cNvPr id="6" name="ha_Flask на app1 остановлен">
            <a:extLst xmlns:a="http://schemas.openxmlformats.org/drawingml/2006/main">
              <a:ext uri="{FF2B5EF4-FFF2-40B4-BE49-F238E27FC236}">
                <a16:creationId xmlns:a16="http://schemas.microsoft.com/office/drawing/2014/main" id="{ECB656CA-2D3F-41B2-A941-998E70C3346E}"/>
              </a:ext>
            </a:extLst>
          </p:cNvPr>
          <p:cNvSpPr>
            <a:spLocks xmlns:a="http://schemas.openxmlformats.org/drawingml/2006/main" noGrp="1"/>
          </p:cNvSpPr>
          <p:nvPr/>
        </p:nvSpPr>
        <p:spPr>
          <a:xfrm xmlns:a="http://schemas.openxmlformats.org/drawingml/2006/main">
            <a:off x="5000625" y="16859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1FBADD"/>
                </a:solidFill>
                <a:latin typeface="Roboto"/>
                <a:ea typeface="Roboto"/>
                <a:cs typeface="Roboto"/>
              </a:defRPr>
            </a:pPr>
            <a:r>
              <a:rPr sz="1650" b="1">
                <a:solidFill>
                  <a:srgbClr val="1FBADD"/>
                </a:solidFill>
                <a:latin typeface="Roboto"/>
                <a:ea typeface="Roboto"/>
                <a:cs typeface="Roboto"/>
              </a:rPr>
              <a:t>Flask на app1 остановлен</a:t>
            </a:r>
          </a:p>
        </p:txBody>
      </p:sp>
      <p:sp>
        <p:nvSpPr>
          <p:cNvPr id="7" name="ha_Round-robin&#10;между app1 и app2">
            <a:extLst xmlns:a="http://schemas.openxmlformats.org/drawingml/2006/main">
              <a:ext uri="{FF2B5EF4-FFF2-40B4-BE49-F238E27FC236}">
                <a16:creationId xmlns:a16="http://schemas.microsoft.com/office/drawing/2014/main" id="{F7DD4C52-9AEC-4855-B059-FDE9B8AA4F09}"/>
              </a:ext>
            </a:extLst>
          </p:cNvPr>
          <p:cNvSpPr>
            <a:spLocks xmlns:a="http://schemas.openxmlformats.org/drawingml/2006/main" noGrp="1"/>
          </p:cNvSpPr>
          <p:nvPr/>
        </p:nvSpPr>
        <p:spPr>
          <a:xfrm xmlns:a="http://schemas.openxmlformats.org/drawingml/2006/main">
            <a:off x="1143000" y="2276475"/>
            <a:ext cx="29146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875" b="0">
                <a:solidFill>
                  <a:srgbClr val="111111"/>
                </a:solidFill>
                <a:latin typeface="Roboto"/>
                <a:ea typeface="Roboto"/>
                <a:cs typeface="Roboto"/>
              </a:defRPr>
            </a:pPr>
            <a:r>
              <a:rPr sz="1875" b="0">
                <a:solidFill>
                  <a:srgbClr val="111111"/>
                </a:solidFill>
                <a:latin typeface="Roboto"/>
                <a:ea typeface="Roboto"/>
                <a:cs typeface="Roboto"/>
              </a:rPr>
              <a:t>Round-robin</a:t>
            </a:r>
          </a:p>
          <a:p xmlns:a="http://schemas.openxmlformats.org/drawingml/2006/main">
            <a:pPr algn="l">
              <a:lnSpc>
                <a:spcPct val="115000"/>
              </a:lnSpc>
              <a:buNone/>
              <a:defRPr sz="1875" b="0">
                <a:solidFill>
                  <a:srgbClr val="111111"/>
                </a:solidFill>
                <a:latin typeface="Roboto"/>
                <a:ea typeface="Roboto"/>
                <a:cs typeface="Roboto"/>
              </a:defRPr>
            </a:pPr>
            <a:r>
              <a:rPr sz="1875" b="0">
                <a:solidFill>
                  <a:srgbClr val="111111"/>
                </a:solidFill>
                <a:latin typeface="Roboto"/>
                <a:ea typeface="Roboto"/>
                <a:cs typeface="Roboto"/>
              </a:rPr>
              <a:t>между app1 и app2</a:t>
            </a:r>
          </a:p>
        </p:txBody>
      </p:sp>
      <p:sp>
        <p:nvSpPr>
          <p:cNvPr id="8" name="ha_Запросы обслуживает app2&#10;при доступ">
            <a:extLst xmlns:a="http://schemas.openxmlformats.org/drawingml/2006/main">
              <a:ext uri="{FF2B5EF4-FFF2-40B4-BE49-F238E27FC236}">
                <a16:creationId xmlns:a16="http://schemas.microsoft.com/office/drawing/2014/main" id="{9F0B1F4E-112F-448B-A3CA-F93536BC706B}"/>
              </a:ext>
            </a:extLst>
          </p:cNvPr>
          <p:cNvSpPr>
            <a:spLocks xmlns:a="http://schemas.openxmlformats.org/drawingml/2006/main" noGrp="1"/>
          </p:cNvSpPr>
          <p:nvPr/>
        </p:nvSpPr>
        <p:spPr>
          <a:xfrm xmlns:a="http://schemas.openxmlformats.org/drawingml/2006/main">
            <a:off x="5000625" y="2276475"/>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725" b="0">
                <a:solidFill>
                  <a:srgbClr val="111111"/>
                </a:solidFill>
                <a:latin typeface="Roboto"/>
                <a:ea typeface="Roboto"/>
                <a:cs typeface="Roboto"/>
              </a:defRPr>
            </a:pPr>
            <a:r>
              <a:rPr sz="1725" b="0">
                <a:solidFill>
                  <a:srgbClr val="111111"/>
                </a:solidFill>
                <a:latin typeface="Roboto"/>
                <a:ea typeface="Roboto"/>
                <a:cs typeface="Roboto"/>
              </a:rPr>
              <a:t>Запросы обслуживает app2</a:t>
            </a:r>
          </a:p>
          <a:p xmlns:a="http://schemas.openxmlformats.org/drawingml/2006/main">
            <a:pPr algn="l">
              <a:lnSpc>
                <a:spcPct val="115000"/>
              </a:lnSpc>
              <a:buNone/>
              <a:defRPr sz="1725" b="0">
                <a:solidFill>
                  <a:srgbClr val="111111"/>
                </a:solidFill>
                <a:latin typeface="Roboto"/>
                <a:ea typeface="Roboto"/>
                <a:cs typeface="Roboto"/>
              </a:defRPr>
            </a:pPr>
            <a:r>
              <a:rPr sz="1725" b="0">
                <a:solidFill>
                  <a:srgbClr val="111111"/>
                </a:solidFill>
                <a:latin typeface="Roboto"/>
                <a:ea typeface="Roboto"/>
                <a:cs typeface="Roboto"/>
              </a:rPr>
              <a:t>при доступной основной БД</a:t>
            </a:r>
          </a:p>
        </p:txBody>
      </p:sp>
      <p:sp>
        <p:nvSpPr>
          <p:cNvPr id="9" name="ha_До двух попыток запроса · systemd п">
            <a:extLst xmlns:a="http://schemas.openxmlformats.org/drawingml/2006/main">
              <a:ext uri="{FF2B5EF4-FFF2-40B4-BE49-F238E27FC236}">
                <a16:creationId xmlns:a16="http://schemas.microsoft.com/office/drawing/2014/main" id="{7354D27F-8381-4F5D-A74E-10A60DCD7A43}"/>
              </a:ext>
            </a:extLst>
          </p:cNvPr>
          <p:cNvSpPr>
            <a:spLocks xmlns:a="http://schemas.openxmlformats.org/drawingml/2006/main" noGrp="1"/>
          </p:cNvSpPr>
          <p:nvPr/>
        </p:nvSpPr>
        <p:spPr>
          <a:xfrm xmlns:a="http://schemas.openxmlformats.org/drawingml/2006/main">
            <a:off x="857250" y="4286250"/>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350" b="0">
                <a:solidFill>
                  <a:srgbClr val="4931AA"/>
                </a:solidFill>
                <a:latin typeface="Roboto"/>
                <a:ea typeface="Roboto"/>
                <a:cs typeface="Roboto"/>
              </a:defRPr>
            </a:pPr>
            <a:r>
              <a:rPr sz="1350" b="0">
                <a:solidFill>
                  <a:srgbClr val="4931AA"/>
                </a:solidFill>
                <a:latin typeface="Roboto"/>
                <a:ea typeface="Roboto"/>
                <a:cs typeface="Roboto"/>
              </a:rPr>
              <a:t>До двух попыток запроса · systemd перезапускает аварийный процесс</a:t>
            </a:r>
          </a:p>
        </p:txBody>
      </p:sp>
    </p:spTree>
    <p:extLst>
      <p:ext uri="{BB962C8B-B14F-4D97-AF65-F5344CB8AC3E}">
        <p14:creationId xmlns:p14="http://schemas.microsoft.com/office/powerpoint/2010/main" val="5952178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 name="Google Shape;438;p62">
            <a:extLst xmlns:a="http://schemas.openxmlformats.org/drawingml/2006/main">
              <a:ext uri="{FF2B5EF4-FFF2-40B4-BE49-F238E27FC236}">
                <a16:creationId xmlns:a16="http://schemas.microsoft.com/office/drawing/2014/main" id="{42E428B6-134D-4F68-B795-2EA04E521946}"/>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defRPr sz="2700" b="1">
                <a:solidFill>
                  <a:srgbClr val="111111"/>
                </a:solidFill>
                <a:latin typeface="Roboto"/>
                <a:ea typeface="Roboto"/>
                <a:cs typeface="Roboto"/>
              </a:defRPr>
            </a:pPr>
            <a:r>
              <a:rPr sz="2700" b="1">
                <a:solidFill>
                  <a:srgbClr val="111111"/>
                </a:solidFill>
                <a:latin typeface="Roboto"/>
                <a:ea typeface="Roboto"/>
                <a:cs typeface="Roboto"/>
              </a:rPr>
              <a:t>Репликация PostgreSQL</a:t>
            </a:r>
            <a:endParaRPr/>
          </a:p>
        </p:txBody>
      </p:sp>
      <p:sp>
        <p:nvSpPr>
          <p:cNvPr id="2" name="Google Shape;439;p62">
            <a:extLst xmlns:a="http://schemas.openxmlformats.org/drawingml/2006/main">
              <a:ext uri="{FF2B5EF4-FFF2-40B4-BE49-F238E27FC236}">
                <a16:creationId xmlns:a16="http://schemas.microsoft.com/office/drawing/2014/main" id="{0326E895-809F-4450-88FF-94B47FB2FCAB}"/>
              </a:ext>
            </a:extLst>
          </p:cNvPr>
          <p:cNvSpPr>
            <a:spLocks xmlns:a="http://schemas.openxmlformats.org/drawingml/2006/main" noGrp="1"/>
          </p:cNvSpPr>
          <p:nvPr/>
        </p:nvSpPr>
        <p:spPr>
          <a:xfrm xmlns:a="http://schemas.openxmlformats.org/drawingml/2006/main">
            <a:off x="4795100" y="1522725"/>
            <a:ext cx="3414600" cy="2400600"/>
          </a:xfrm>
          <a:prstGeom xmlns:a="http://schemas.openxmlformats.org/drawingml/2006/main" prst="roundRect">
            <a:avLst>
              <a:gd name="adj" fmla="val 16667"/>
            </a:avLst>
          </a:prstGeom>
          <a:solidFill xmlns:a="http://schemas.openxmlformats.org/drawingml/2006/main">
            <a:srgbClr val="EEEEEE"/>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u="sng">
              <a:latin typeface="Roboto"/>
              <a:ea typeface="Roboto"/>
              <a:cs typeface="Roboto"/>
            </a:endParaRPr>
          </a:p>
        </p:txBody>
      </p:sp>
      <p:sp>
        <p:nvSpPr>
          <p:cNvPr id="3" name="Google Shape;440;p62">
            <a:extLst xmlns:a="http://schemas.openxmlformats.org/drawingml/2006/main">
              <a:ext uri="{FF2B5EF4-FFF2-40B4-BE49-F238E27FC236}">
                <a16:creationId xmlns:a16="http://schemas.microsoft.com/office/drawing/2014/main" id="{1121D324-1421-45E6-8AD4-D9CE1C000CC9}"/>
              </a:ext>
            </a:extLst>
          </p:cNvPr>
          <p:cNvSpPr>
            <a:spLocks xmlns:a="http://schemas.openxmlformats.org/drawingml/2006/main" noGrp="1"/>
          </p:cNvSpPr>
          <p:nvPr/>
        </p:nvSpPr>
        <p:spPr>
          <a:xfrm xmlns:a="http://schemas.openxmlformats.org/drawingml/2006/main">
            <a:off x="934300" y="1522725"/>
            <a:ext cx="3414600" cy="2400600"/>
          </a:xfrm>
          <a:prstGeom xmlns:a="http://schemas.openxmlformats.org/drawingml/2006/main" prst="roundRect">
            <a:avLst>
              <a:gd name="adj" fmla="val 16667"/>
            </a:avLst>
          </a:prstGeom>
          <a:solidFill xmlns:a="http://schemas.openxmlformats.org/drawingml/2006/main">
            <a:srgbClr val="EEEEEE"/>
          </a:solidFill>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u="sng">
              <a:latin typeface="Roboto"/>
              <a:ea typeface="Roboto"/>
              <a:cs typeface="Roboto"/>
            </a:endParaRPr>
          </a:p>
        </p:txBody>
      </p:sp>
      <p:sp>
        <p:nvSpPr>
          <p:cNvPr id="4" name="ha_9">
            <a:extLst xmlns:a="http://schemas.openxmlformats.org/drawingml/2006/main">
              <a:ext uri="{FF2B5EF4-FFF2-40B4-BE49-F238E27FC236}">
                <a16:creationId xmlns:a16="http://schemas.microsoft.com/office/drawing/2014/main" id="{C248DD71-BE62-4DEB-ABC9-021831B0D8E2}"/>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9</a:t>
            </a:r>
          </a:p>
        </p:txBody>
      </p:sp>
      <p:sp>
        <p:nvSpPr>
          <p:cNvPr id="5" name="ha_app1 · основная база">
            <a:extLst xmlns:a="http://schemas.openxmlformats.org/drawingml/2006/main">
              <a:ext uri="{FF2B5EF4-FFF2-40B4-BE49-F238E27FC236}">
                <a16:creationId xmlns:a16="http://schemas.microsoft.com/office/drawing/2014/main" id="{90926F7D-CBA3-4FD9-961B-3EFA7370DE44}"/>
              </a:ext>
            </a:extLst>
          </p:cNvPr>
          <p:cNvSpPr>
            <a:spLocks xmlns:a="http://schemas.openxmlformats.org/drawingml/2006/main" noGrp="1"/>
          </p:cNvSpPr>
          <p:nvPr/>
        </p:nvSpPr>
        <p:spPr>
          <a:xfrm xmlns:a="http://schemas.openxmlformats.org/drawingml/2006/main">
            <a:off x="1123950" y="168592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725" b="1">
                <a:solidFill>
                  <a:srgbClr val="4931AA"/>
                </a:solidFill>
                <a:latin typeface="Roboto"/>
                <a:ea typeface="Roboto"/>
                <a:cs typeface="Roboto"/>
              </a:defRPr>
            </a:pPr>
            <a:r>
              <a:rPr sz="1725" b="1">
                <a:solidFill>
                  <a:srgbClr val="4931AA"/>
                </a:solidFill>
                <a:latin typeface="Roboto"/>
                <a:ea typeface="Roboto"/>
                <a:cs typeface="Roboto"/>
              </a:rPr>
              <a:t>app1 · основная база</a:t>
            </a:r>
          </a:p>
        </p:txBody>
      </p:sp>
      <p:sp>
        <p:nvSpPr>
          <p:cNvPr id="6" name="ha_app2 · копия базы">
            <a:extLst xmlns:a="http://schemas.openxmlformats.org/drawingml/2006/main">
              <a:ext uri="{FF2B5EF4-FFF2-40B4-BE49-F238E27FC236}">
                <a16:creationId xmlns:a16="http://schemas.microsoft.com/office/drawing/2014/main" id="{88BB3842-B533-46F7-A896-FFA6F0923A94}"/>
              </a:ext>
            </a:extLst>
          </p:cNvPr>
          <p:cNvSpPr>
            <a:spLocks xmlns:a="http://schemas.openxmlformats.org/drawingml/2006/main" noGrp="1"/>
          </p:cNvSpPr>
          <p:nvPr/>
        </p:nvSpPr>
        <p:spPr>
          <a:xfrm xmlns:a="http://schemas.openxmlformats.org/drawingml/2006/main">
            <a:off x="5000625" y="16859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725" b="1">
                <a:solidFill>
                  <a:srgbClr val="1FBADD"/>
                </a:solidFill>
                <a:latin typeface="Roboto"/>
                <a:ea typeface="Roboto"/>
                <a:cs typeface="Roboto"/>
              </a:defRPr>
            </a:pPr>
            <a:r>
              <a:rPr sz="1725" b="1">
                <a:solidFill>
                  <a:srgbClr val="1FBADD"/>
                </a:solidFill>
                <a:latin typeface="Roboto"/>
                <a:ea typeface="Roboto"/>
                <a:cs typeface="Roboto"/>
              </a:rPr>
              <a:t>app2 · копия базы</a:t>
            </a:r>
          </a:p>
        </p:txBody>
      </p:sp>
      <p:sp>
        <p:nvSpPr>
          <p:cNvPr id="7" name="ha_Чтение и запись&#10;для обоих backend">
            <a:extLst xmlns:a="http://schemas.openxmlformats.org/drawingml/2006/main">
              <a:ext uri="{FF2B5EF4-FFF2-40B4-BE49-F238E27FC236}">
                <a16:creationId xmlns:a16="http://schemas.microsoft.com/office/drawing/2014/main" id="{22C67822-E075-4F8B-B22E-FBABB2A37C0E}"/>
              </a:ext>
            </a:extLst>
          </p:cNvPr>
          <p:cNvSpPr>
            <a:spLocks xmlns:a="http://schemas.openxmlformats.org/drawingml/2006/main" noGrp="1"/>
          </p:cNvSpPr>
          <p:nvPr/>
        </p:nvSpPr>
        <p:spPr>
          <a:xfrm xmlns:a="http://schemas.openxmlformats.org/drawingml/2006/main">
            <a:off x="1143000" y="2276475"/>
            <a:ext cx="290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875" b="0">
                <a:solidFill>
                  <a:srgbClr val="111111"/>
                </a:solidFill>
                <a:latin typeface="Roboto"/>
                <a:ea typeface="Roboto"/>
                <a:cs typeface="Roboto"/>
              </a:defRPr>
            </a:pPr>
            <a:r>
              <a:rPr sz="1875" b="0">
                <a:solidFill>
                  <a:srgbClr val="111111"/>
                </a:solidFill>
                <a:latin typeface="Roboto"/>
                <a:ea typeface="Roboto"/>
                <a:cs typeface="Roboto"/>
              </a:rPr>
              <a:t>Чтение и запись</a:t>
            </a:r>
          </a:p>
          <a:p xmlns:a="http://schemas.openxmlformats.org/drawingml/2006/main">
            <a:pPr algn="l">
              <a:lnSpc>
                <a:spcPct val="115000"/>
              </a:lnSpc>
              <a:buNone/>
              <a:defRPr sz="1875" b="0">
                <a:solidFill>
                  <a:srgbClr val="111111"/>
                </a:solidFill>
                <a:latin typeface="Roboto"/>
                <a:ea typeface="Roboto"/>
                <a:cs typeface="Roboto"/>
              </a:defRPr>
            </a:pPr>
            <a:r>
              <a:rPr sz="1875" b="0">
                <a:solidFill>
                  <a:srgbClr val="111111"/>
                </a:solidFill>
                <a:latin typeface="Roboto"/>
                <a:ea typeface="Roboto"/>
                <a:cs typeface="Roboto"/>
              </a:rPr>
              <a:t>для обоих backend</a:t>
            </a:r>
          </a:p>
        </p:txBody>
      </p:sp>
      <p:sp>
        <p:nvSpPr>
          <p:cNvPr id="8" name="ha_Получает изменения&#10;Может отставать">
            <a:extLst xmlns:a="http://schemas.openxmlformats.org/drawingml/2006/main">
              <a:ext uri="{FF2B5EF4-FFF2-40B4-BE49-F238E27FC236}">
                <a16:creationId xmlns:a16="http://schemas.microsoft.com/office/drawing/2014/main" id="{DCC8443D-92D2-4CC0-AABA-A3458BC39582}"/>
              </a:ext>
            </a:extLst>
          </p:cNvPr>
          <p:cNvSpPr>
            <a:spLocks xmlns:a="http://schemas.openxmlformats.org/drawingml/2006/main" noGrp="1"/>
          </p:cNvSpPr>
          <p:nvPr/>
        </p:nvSpPr>
        <p:spPr>
          <a:xfrm xmlns:a="http://schemas.openxmlformats.org/drawingml/2006/main">
            <a:off x="5000625" y="227647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875" b="0">
                <a:solidFill>
                  <a:srgbClr val="111111"/>
                </a:solidFill>
                <a:latin typeface="Roboto"/>
                <a:ea typeface="Roboto"/>
                <a:cs typeface="Roboto"/>
              </a:defRPr>
            </a:pPr>
            <a:r>
              <a:rPr sz="1875" b="0">
                <a:solidFill>
                  <a:srgbClr val="111111"/>
                </a:solidFill>
                <a:latin typeface="Roboto"/>
                <a:ea typeface="Roboto"/>
                <a:cs typeface="Roboto"/>
              </a:rPr>
              <a:t>Получает изменения</a:t>
            </a:r>
          </a:p>
          <a:p xmlns:a="http://schemas.openxmlformats.org/drawingml/2006/main">
            <a:pPr algn="l">
              <a:lnSpc>
                <a:spcPct val="115000"/>
              </a:lnSpc>
              <a:buNone/>
              <a:defRPr sz="1875" b="0">
                <a:solidFill>
                  <a:srgbClr val="111111"/>
                </a:solidFill>
                <a:latin typeface="Roboto"/>
                <a:ea typeface="Roboto"/>
                <a:cs typeface="Roboto"/>
              </a:defRPr>
            </a:pPr>
            <a:r>
              <a:rPr sz="1875" b="0">
                <a:solidFill>
                  <a:srgbClr val="111111"/>
                </a:solidFill>
                <a:latin typeface="Roboto"/>
                <a:ea typeface="Roboto"/>
                <a:cs typeface="Roboto"/>
              </a:rPr>
              <a:t>Может отставать</a:t>
            </a:r>
          </a:p>
        </p:txBody>
      </p:sp>
      <p:sp>
        <p:nvSpPr>
          <p:cNvPr id="9" name="ha_Переключение требует действий админ">
            <a:extLst xmlns:a="http://schemas.openxmlformats.org/drawingml/2006/main">
              <a:ext uri="{FF2B5EF4-FFF2-40B4-BE49-F238E27FC236}">
                <a16:creationId xmlns:a16="http://schemas.microsoft.com/office/drawing/2014/main" id="{77B51DDE-6EC3-43CD-8F71-BF1F66158A78}"/>
              </a:ext>
            </a:extLst>
          </p:cNvPr>
          <p:cNvSpPr>
            <a:spLocks xmlns:a="http://schemas.openxmlformats.org/drawingml/2006/main" noGrp="1"/>
          </p:cNvSpPr>
          <p:nvPr/>
        </p:nvSpPr>
        <p:spPr>
          <a:xfrm xmlns:a="http://schemas.openxmlformats.org/drawingml/2006/main">
            <a:off x="952500" y="4286250"/>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Переключение требует действий администратора</a:t>
            </a:r>
          </a:p>
        </p:txBody>
      </p:sp>
    </p:spTree>
    <p:extLst>
      <p:ext uri="{BB962C8B-B14F-4D97-AF65-F5344CB8AC3E}">
        <p14:creationId xmlns:p14="http://schemas.microsoft.com/office/powerpoint/2010/main" val="59521783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6" name="Google Shape;507;p67"/>
          <p:cNvPicPr>
            <a:picLocks xmlns:a="http://schemas.openxmlformats.org/drawingml/2006/main" noChangeAspect="1"/>
          </p:cNvPicPr>
          <p:nvPr/>
        </p:nvPicPr>
        <p:blipFill>
          <a:blip xmlns:r="http://schemas.openxmlformats.org/officeDocument/2006/relationships" xmlns:a="http://schemas.openxmlformats.org/drawingml/2006/main" r:embed="Ra2fe5f8cfbdb4a7f">
            <a:alphaModFix/>
          </a:blip>
          <a:stretch xmlns:a="http://schemas.openxmlformats.org/drawingml/2006/main">
            <a:fillRect l="0" t="0" r="0" b="0"/>
          </a:stretch>
        </p:blipFill>
        <p:spPr>
          <a:xfrm xmlns:a="http://schemas.openxmlformats.org/drawingml/2006/main">
            <a:off x="922851" y="1821363"/>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7" name="Google Shape;508;p67"/>
          <p:cNvPicPr>
            <a:picLocks xmlns:a="http://schemas.openxmlformats.org/drawingml/2006/main" noChangeAspect="1"/>
          </p:cNvPicPr>
          <p:nvPr/>
        </p:nvPicPr>
        <p:blipFill>
          <a:blip xmlns:r="http://schemas.openxmlformats.org/officeDocument/2006/relationships" xmlns:a="http://schemas.openxmlformats.org/drawingml/2006/main" r:embed="R833094b35ee74e6d">
            <a:alphaModFix/>
          </a:blip>
          <a:stretch xmlns:a="http://schemas.openxmlformats.org/drawingml/2006/main">
            <a:fillRect l="0" t="0" r="0" b="0"/>
          </a:stretch>
        </p:blipFill>
        <p:spPr>
          <a:xfrm xmlns:a="http://schemas.openxmlformats.org/drawingml/2006/main">
            <a:off x="2768289"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8" name="Google Shape;509;p67"/>
          <p:cNvPicPr>
            <a:picLocks xmlns:a="http://schemas.openxmlformats.org/drawingml/2006/main" noChangeAspect="1"/>
          </p:cNvPicPr>
          <p:nvPr/>
        </p:nvPicPr>
        <p:blipFill>
          <a:blip xmlns:r="http://schemas.openxmlformats.org/officeDocument/2006/relationships" xmlns:a="http://schemas.openxmlformats.org/drawingml/2006/main" r:embed="R9aa3e3bbcfdf4603">
            <a:alphaModFix/>
          </a:blip>
          <a:stretch xmlns:a="http://schemas.openxmlformats.org/drawingml/2006/main">
            <a:fillRect l="0" t="0" r="0" b="0"/>
          </a:stretch>
        </p:blipFill>
        <p:spPr>
          <a:xfrm xmlns:a="http://schemas.openxmlformats.org/drawingml/2006/main">
            <a:off x="4527615"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9" name="Google Shape;510;p67"/>
          <p:cNvPicPr>
            <a:picLocks xmlns:a="http://schemas.openxmlformats.org/drawingml/2006/main" noChangeAspect="1"/>
          </p:cNvPicPr>
          <p:nvPr/>
        </p:nvPicPr>
        <p:blipFill>
          <a:blip xmlns:r="http://schemas.openxmlformats.org/officeDocument/2006/relationships" xmlns:a="http://schemas.openxmlformats.org/drawingml/2006/main" r:embed="Rfdcb5ffc5a014ae5">
            <a:alphaModFix/>
          </a:blip>
          <a:stretch xmlns:a="http://schemas.openxmlformats.org/drawingml/2006/main">
            <a:fillRect l="0" t="0" r="0" b="0"/>
          </a:stretch>
        </p:blipFill>
        <p:spPr>
          <a:xfrm xmlns:a="http://schemas.openxmlformats.org/drawingml/2006/main">
            <a:off x="6347001"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sp>
        <p:nvSpPr>
          <p:cNvPr id="5" name="Google Shape;511;p67">
            <a:extLst xmlns:a="http://schemas.openxmlformats.org/drawingml/2006/main">
              <a:ext uri="{FF2B5EF4-FFF2-40B4-BE49-F238E27FC236}">
                <a16:creationId xmlns:a16="http://schemas.microsoft.com/office/drawing/2014/main" id="{FA0F79D7-6789-4F95-AA2F-DA5D7AF896FB}"/>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Резервное копирование</a:t>
            </a:r>
            <a:endParaRPr/>
          </a:p>
        </p:txBody>
      </p:sp>
      <p:sp>
        <p:nvSpPr>
          <p:cNvPr id="6" name="Google Shape;512;p67">
            <a:extLst xmlns:a="http://schemas.openxmlformats.org/drawingml/2006/main">
              <a:ext uri="{FF2B5EF4-FFF2-40B4-BE49-F238E27FC236}">
                <a16:creationId xmlns:a16="http://schemas.microsoft.com/office/drawing/2014/main" id="{AF7A95D9-C380-402E-B5F2-C69C6AC9FF3D}"/>
              </a:ext>
            </a:extLst>
          </p:cNvPr>
          <p:cNvSpPr>
            <a:spLocks xmlns:a="http://schemas.openxmlformats.org/drawingml/2006/main" noGrp="1"/>
          </p:cNvSpPr>
          <p:nvPr/>
        </p:nvSpPr>
        <p:spPr>
          <a:xfrm xmlns:a="http://schemas.openxmlformats.org/drawingml/2006/main">
            <a:off x="971550" y="1971675"/>
            <a:ext cx="1504950" cy="42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ctr">
              <a:spcBef>
                <a:spcPts val="0"/>
              </a:spcBef>
              <a:spcAft>
                <a:spcPts val="0"/>
              </a:spcAft>
              <a:buNone/>
              <a:defRPr sz="1575" b="1">
                <a:solidFill>
                  <a:srgbClr val="FFFFFF"/>
                </a:solidFill>
                <a:latin typeface="Roboto"/>
                <a:ea typeface="Roboto"/>
                <a:cs typeface="Roboto"/>
              </a:defRPr>
            </a:pPr>
            <a:r>
              <a:rPr sz="1575" b="1">
                <a:solidFill>
                  <a:srgbClr val="FFFFFF"/>
                </a:solidFill>
                <a:latin typeface="Roboto"/>
                <a:ea typeface="Roboto"/>
                <a:cs typeface="Roboto"/>
              </a:rPr>
              <a:t>PostgreSQL</a:t>
            </a:r>
            <a:endParaRPr sz="1500" b="1">
              <a:solidFill>
                <a:schemeClr val="lt2"/>
              </a:solidFill>
              <a:latin typeface="Roboto"/>
              <a:ea typeface="Roboto"/>
              <a:cs typeface="Roboto"/>
            </a:endParaRPr>
          </a:p>
        </p:txBody>
      </p:sp>
      <p:sp>
        <p:nvSpPr>
          <p:cNvPr id="7" name="Google Shape;513;p67">
            <a:extLst xmlns:a="http://schemas.openxmlformats.org/drawingml/2006/main">
              <a:ext uri="{FF2B5EF4-FFF2-40B4-BE49-F238E27FC236}">
                <a16:creationId xmlns:a16="http://schemas.microsoft.com/office/drawing/2014/main" id="{4C5D4D07-2B1D-420E-B319-D31DE2B872D0}"/>
              </a:ext>
            </a:extLst>
          </p:cNvPr>
          <p:cNvSpPr>
            <a:spLocks xmlns:a="http://schemas.openxmlformats.org/drawingml/2006/main" noGrp="1"/>
          </p:cNvSpPr>
          <p:nvPr/>
        </p:nvSpPr>
        <p:spPr>
          <a:xfrm xmlns:a="http://schemas.openxmlformats.org/drawingml/2006/main">
            <a:off x="2781300" y="1971675"/>
            <a:ext cx="1504950" cy="42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ctr">
              <a:spcBef>
                <a:spcPts val="0"/>
              </a:spcBef>
              <a:spcAft>
                <a:spcPts val="0"/>
              </a:spcAft>
              <a:buNone/>
              <a:defRPr sz="1575" b="1">
                <a:solidFill>
                  <a:srgbClr val="FFFFFF"/>
                </a:solidFill>
                <a:latin typeface="Roboto"/>
                <a:ea typeface="Roboto"/>
                <a:cs typeface="Roboto"/>
              </a:defRPr>
            </a:pPr>
            <a:r>
              <a:rPr sz="1575" b="1">
                <a:solidFill>
                  <a:srgbClr val="FFFFFF"/>
                </a:solidFill>
                <a:latin typeface="Roboto"/>
                <a:ea typeface="Roboto"/>
                <a:cs typeface="Roboto"/>
              </a:rPr>
              <a:t>pg_dump</a:t>
            </a:r>
            <a:endParaRPr sz="1500" b="1">
              <a:solidFill>
                <a:schemeClr val="lt2"/>
              </a:solidFill>
              <a:latin typeface="Roboto"/>
              <a:ea typeface="Roboto"/>
              <a:cs typeface="Roboto"/>
            </a:endParaRPr>
          </a:p>
        </p:txBody>
      </p:sp>
      <p:sp>
        <p:nvSpPr>
          <p:cNvPr id="8" name="Google Shape;514;p67">
            <a:extLst xmlns:a="http://schemas.openxmlformats.org/drawingml/2006/main">
              <a:ext uri="{FF2B5EF4-FFF2-40B4-BE49-F238E27FC236}">
                <a16:creationId xmlns:a16="http://schemas.microsoft.com/office/drawing/2014/main" id="{CAB1AFB6-1895-4D7B-8BBC-1D8BEC2CD6B3}"/>
              </a:ext>
            </a:extLst>
          </p:cNvPr>
          <p:cNvSpPr>
            <a:spLocks xmlns:a="http://schemas.openxmlformats.org/drawingml/2006/main" noGrp="1"/>
          </p:cNvSpPr>
          <p:nvPr/>
        </p:nvSpPr>
        <p:spPr>
          <a:xfrm xmlns:a="http://schemas.openxmlformats.org/drawingml/2006/main">
            <a:off x="4591050" y="1971675"/>
            <a:ext cx="1504950" cy="42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ctr">
              <a:spcBef>
                <a:spcPts val="0"/>
              </a:spcBef>
              <a:spcAft>
                <a:spcPts val="0"/>
              </a:spcAft>
              <a:buNone/>
              <a:defRPr sz="1575" b="1">
                <a:solidFill>
                  <a:srgbClr val="FFFFFF"/>
                </a:solidFill>
                <a:latin typeface="Roboto"/>
                <a:ea typeface="Roboto"/>
                <a:cs typeface="Roboto"/>
              </a:defRPr>
            </a:pPr>
            <a:r>
              <a:rPr sz="1575" b="1">
                <a:solidFill>
                  <a:srgbClr val="FFFFFF"/>
                </a:solidFill>
                <a:latin typeface="Roboto"/>
                <a:ea typeface="Roboto"/>
                <a:cs typeface="Roboto"/>
              </a:rPr>
              <a:t>Хранение</a:t>
            </a:r>
            <a:endParaRPr sz="1500" b="1">
              <a:solidFill>
                <a:schemeClr val="lt2"/>
              </a:solidFill>
              <a:latin typeface="Roboto"/>
              <a:ea typeface="Roboto"/>
              <a:cs typeface="Roboto"/>
            </a:endParaRPr>
          </a:p>
        </p:txBody>
      </p:sp>
      <p:sp>
        <p:nvSpPr>
          <p:cNvPr id="9" name="Google Shape;515;p67">
            <a:extLst xmlns:a="http://schemas.openxmlformats.org/drawingml/2006/main">
              <a:ext uri="{FF2B5EF4-FFF2-40B4-BE49-F238E27FC236}">
                <a16:creationId xmlns:a16="http://schemas.microsoft.com/office/drawing/2014/main" id="{B035F87A-D681-4D1F-99AF-AC70056459F1}"/>
              </a:ext>
            </a:extLst>
          </p:cNvPr>
          <p:cNvSpPr>
            <a:spLocks xmlns:a="http://schemas.openxmlformats.org/drawingml/2006/main" noGrp="1"/>
          </p:cNvSpPr>
          <p:nvPr/>
        </p:nvSpPr>
        <p:spPr>
          <a:xfrm xmlns:a="http://schemas.openxmlformats.org/drawingml/2006/main">
            <a:off x="6400800" y="1971675"/>
            <a:ext cx="1504950" cy="42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ctr">
              <a:spcBef>
                <a:spcPts val="0"/>
              </a:spcBef>
              <a:spcAft>
                <a:spcPts val="0"/>
              </a:spcAft>
              <a:buNone/>
              <a:defRPr sz="1575" b="1">
                <a:solidFill>
                  <a:srgbClr val="FFFFFF"/>
                </a:solidFill>
                <a:latin typeface="Roboto"/>
                <a:ea typeface="Roboto"/>
                <a:cs typeface="Roboto"/>
              </a:defRPr>
            </a:pPr>
            <a:r>
              <a:rPr sz="1575" b="1">
                <a:solidFill>
                  <a:srgbClr val="FFFFFF"/>
                </a:solidFill>
                <a:latin typeface="Roboto"/>
                <a:ea typeface="Roboto"/>
                <a:cs typeface="Roboto"/>
              </a:rPr>
              <a:t>psql</a:t>
            </a:r>
            <a:endParaRPr sz="1500" b="1">
              <a:solidFill>
                <a:schemeClr val="lt2"/>
              </a:solidFill>
              <a:latin typeface="Roboto"/>
              <a:ea typeface="Roboto"/>
              <a:cs typeface="Roboto"/>
            </a:endParaRPr>
          </a:p>
        </p:txBody>
      </p:sp>
      <p:sp>
        <p:nvSpPr>
          <p:cNvPr id="10" name="ha_10">
            <a:extLst xmlns:a="http://schemas.openxmlformats.org/drawingml/2006/main">
              <a:ext uri="{FF2B5EF4-FFF2-40B4-BE49-F238E27FC236}">
                <a16:creationId xmlns:a16="http://schemas.microsoft.com/office/drawing/2014/main" id="{20CE55DE-E2E9-45C8-941D-DB5D80466A44}"/>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10</a:t>
            </a:r>
          </a:p>
        </p:txBody>
      </p:sp>
      <p:sp>
        <p:nvSpPr>
          <p:cNvPr id="11" name="ha_Основная база&#10;на app1">
            <a:extLst xmlns:a="http://schemas.openxmlformats.org/drawingml/2006/main">
              <a:ext uri="{FF2B5EF4-FFF2-40B4-BE49-F238E27FC236}">
                <a16:creationId xmlns:a16="http://schemas.microsoft.com/office/drawing/2014/main" id="{9F059DC2-8B12-4B88-BB74-4E8B6D5823C4}"/>
              </a:ext>
            </a:extLst>
          </p:cNvPr>
          <p:cNvSpPr>
            <a:spLocks xmlns:a="http://schemas.openxmlformats.org/drawingml/2006/main" noGrp="1"/>
          </p:cNvSpPr>
          <p:nvPr/>
        </p:nvSpPr>
        <p:spPr>
          <a:xfrm xmlns:a="http://schemas.openxmlformats.org/drawingml/2006/main">
            <a:off x="942975" y="2952750"/>
            <a:ext cx="171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Основная база</a:t>
            </a:r>
          </a:p>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на app1</a:t>
            </a:r>
          </a:p>
        </p:txBody>
      </p:sp>
      <p:sp>
        <p:nvSpPr>
          <p:cNvPr id="12" name="ha_Ежедневный дамп&#10;со сжатием gzip">
            <a:extLst xmlns:a="http://schemas.openxmlformats.org/drawingml/2006/main">
              <a:ext uri="{FF2B5EF4-FFF2-40B4-BE49-F238E27FC236}">
                <a16:creationId xmlns:a16="http://schemas.microsoft.com/office/drawing/2014/main" id="{28B6CB8D-EE6D-400E-AA36-73FFD2D31F1A}"/>
              </a:ext>
            </a:extLst>
          </p:cNvPr>
          <p:cNvSpPr>
            <a:spLocks xmlns:a="http://schemas.openxmlformats.org/drawingml/2006/main" noGrp="1"/>
          </p:cNvSpPr>
          <p:nvPr/>
        </p:nvSpPr>
        <p:spPr>
          <a:xfrm xmlns:a="http://schemas.openxmlformats.org/drawingml/2006/main">
            <a:off x="2752725" y="2952750"/>
            <a:ext cx="171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Ежедневный дамп</a:t>
            </a:r>
          </a:p>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со сжатием gzip</a:t>
            </a:r>
          </a:p>
        </p:txBody>
      </p:sp>
      <p:sp>
        <p:nvSpPr>
          <p:cNvPr id="13" name="ha_Локальные копии&#10;на app1">
            <a:extLst xmlns:a="http://schemas.openxmlformats.org/drawingml/2006/main">
              <a:ext uri="{FF2B5EF4-FFF2-40B4-BE49-F238E27FC236}">
                <a16:creationId xmlns:a16="http://schemas.microsoft.com/office/drawing/2014/main" id="{1DEDF300-CB5A-4517-8A38-0C3ACE789924}"/>
              </a:ext>
            </a:extLst>
          </p:cNvPr>
          <p:cNvSpPr>
            <a:spLocks xmlns:a="http://schemas.openxmlformats.org/drawingml/2006/main" noGrp="1"/>
          </p:cNvSpPr>
          <p:nvPr/>
        </p:nvSpPr>
        <p:spPr>
          <a:xfrm xmlns:a="http://schemas.openxmlformats.org/drawingml/2006/main">
            <a:off x="4562475" y="2952750"/>
            <a:ext cx="171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Локальные копии</a:t>
            </a:r>
          </a:p>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на app1</a:t>
            </a:r>
          </a:p>
        </p:txBody>
      </p:sp>
      <p:sp>
        <p:nvSpPr>
          <p:cNvPr id="14" name="ha_Восстановление&#10;администратором">
            <a:extLst xmlns:a="http://schemas.openxmlformats.org/drawingml/2006/main">
              <a:ext uri="{FF2B5EF4-FFF2-40B4-BE49-F238E27FC236}">
                <a16:creationId xmlns:a16="http://schemas.microsoft.com/office/drawing/2014/main" id="{DFA47374-F878-4AE8-8F73-CAF563D8647E}"/>
              </a:ext>
            </a:extLst>
          </p:cNvPr>
          <p:cNvSpPr>
            <a:spLocks xmlns:a="http://schemas.openxmlformats.org/drawingml/2006/main" noGrp="1"/>
          </p:cNvSpPr>
          <p:nvPr/>
        </p:nvSpPr>
        <p:spPr>
          <a:xfrm xmlns:a="http://schemas.openxmlformats.org/drawingml/2006/main">
            <a:off x="6372225" y="2952750"/>
            <a:ext cx="171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Восстановление</a:t>
            </a:r>
          </a:p>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администратором</a:t>
            </a:r>
          </a:p>
        </p:txBody>
      </p:sp>
      <p:sp>
        <p:nvSpPr>
          <p:cNvPr id="15" name="ha_Проверка восстановления требует дор">
            <a:extLst xmlns:a="http://schemas.openxmlformats.org/drawingml/2006/main">
              <a:ext uri="{FF2B5EF4-FFF2-40B4-BE49-F238E27FC236}">
                <a16:creationId xmlns:a16="http://schemas.microsoft.com/office/drawing/2014/main" id="{DE651022-8C61-4833-A7B8-D5F672C83FF8}"/>
              </a:ext>
            </a:extLst>
          </p:cNvPr>
          <p:cNvSpPr>
            <a:spLocks xmlns:a="http://schemas.openxmlformats.org/drawingml/2006/main" noGrp="1"/>
          </p:cNvSpPr>
          <p:nvPr/>
        </p:nvSpPr>
        <p:spPr>
          <a:xfrm xmlns:a="http://schemas.openxmlformats.org/drawingml/2006/main">
            <a:off x="952500" y="4191000"/>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1">
                <a:solidFill>
                  <a:srgbClr val="4931AA"/>
                </a:solidFill>
                <a:latin typeface="Roboto"/>
                <a:ea typeface="Roboto"/>
                <a:cs typeface="Roboto"/>
              </a:defRPr>
            </a:pPr>
            <a:r>
              <a:rPr sz="1575" b="1">
                <a:solidFill>
                  <a:srgbClr val="4931AA"/>
                </a:solidFill>
                <a:latin typeface="Roboto"/>
                <a:ea typeface="Roboto"/>
                <a:cs typeface="Roboto"/>
              </a:rPr>
              <a:t>Проверка восстановления требует доработки</a:t>
            </a:r>
          </a:p>
        </p:txBody>
      </p:sp>
    </p:spTree>
    <p:extLst>
      <p:ext uri="{BB962C8B-B14F-4D97-AF65-F5344CB8AC3E}">
        <p14:creationId xmlns:p14="http://schemas.microsoft.com/office/powerpoint/2010/main" val="110749826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7" name="Google Shape;560;p70">
            <a:extLst xmlns:a="http://schemas.openxmlformats.org/drawingml/2006/main">
              <a:ext uri="{FF2B5EF4-FFF2-40B4-BE49-F238E27FC236}">
                <a16:creationId xmlns:a16="http://schemas.microsoft.com/office/drawing/2014/main" id="{CA351A4D-4A00-4810-8C68-CE4B657E49EE}"/>
              </a:ext>
            </a:extLst>
          </p:cNvPr>
          <p:cNvSpPr>
            <a:spLocks xmlns:a="http://schemas.openxmlformats.org/drawingml/2006/main" noGrp="1"/>
          </p:cNvSpPr>
          <p:nvPr/>
        </p:nvSpPr>
        <p:spPr>
          <a:xfrm xmlns:a="http://schemas.openxmlformats.org/drawingml/2006/main">
            <a:off x="609600" y="381000"/>
            <a:ext cx="7905750" cy="64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Метрики и уведомления</a:t>
            </a:r>
            <a:endParaRPr/>
          </a:p>
        </p:txBody>
      </p:sp>
      <p:sp>
        <p:nvSpPr>
          <p:cNvPr id="2" name="ha_11">
            <a:extLst xmlns:a="http://schemas.openxmlformats.org/drawingml/2006/main">
              <a:ext uri="{FF2B5EF4-FFF2-40B4-BE49-F238E27FC236}">
                <a16:creationId xmlns:a16="http://schemas.microsoft.com/office/drawing/2014/main" id="{2EA262BC-5EBB-4574-8B2E-2EBC30C551A5}"/>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11</a:t>
            </a:r>
          </a:p>
        </p:txBody>
      </p:sp>
      <p:sp>
        <p:nvSpPr>
          <p:cNvPr id="3" name="">
            <a:extLst xmlns:a="http://schemas.openxmlformats.org/drawingml/2006/main">
              <a:ext uri="{FF2B5EF4-FFF2-40B4-BE49-F238E27FC236}">
                <a16:creationId xmlns:a16="http://schemas.microsoft.com/office/drawing/2014/main" id="{745ECC01-E273-4A91-B8DA-9DADAFA61EDE}"/>
              </a:ext>
            </a:extLst>
          </p:cNvPr>
          <p:cNvSpPr>
            <a:spLocks xmlns:a="http://schemas.openxmlformats.org/drawingml/2006/main" noGrp="1"/>
          </p:cNvSpPr>
          <p:nvPr/>
        </p:nvSpPr>
        <p:spPr>
          <a:xfrm xmlns:a="http://schemas.openxmlformats.org/drawingml/2006/main">
            <a:off x="714375" y="1457325"/>
            <a:ext cx="2238375"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node_exporter</a:t>
            </a:r>
          </a:p>
        </p:txBody>
      </p:sp>
      <p:sp>
        <p:nvSpPr>
          <p:cNvPr id="4" name="">
            <a:extLst xmlns:a="http://schemas.openxmlformats.org/drawingml/2006/main">
              <a:ext uri="{FF2B5EF4-FFF2-40B4-BE49-F238E27FC236}">
                <a16:creationId xmlns:a16="http://schemas.microsoft.com/office/drawing/2014/main" id="{04C18BCD-8C20-4D73-A7CA-6D2DC76DAD2C}"/>
              </a:ext>
            </a:extLst>
          </p:cNvPr>
          <p:cNvSpPr>
            <a:spLocks xmlns:a="http://schemas.openxmlformats.org/drawingml/2006/main" noGrp="1"/>
          </p:cNvSpPr>
          <p:nvPr/>
        </p:nvSpPr>
        <p:spPr>
          <a:xfrm xmlns:a="http://schemas.openxmlformats.org/drawingml/2006/main">
            <a:off x="714375" y="3124200"/>
            <a:ext cx="2238375"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Blackbox exporter</a:t>
            </a:r>
          </a:p>
        </p:txBody>
      </p:sp>
      <p:sp>
        <p:nvSpPr>
          <p:cNvPr id="5" name="">
            <a:extLst xmlns:a="http://schemas.openxmlformats.org/drawingml/2006/main">
              <a:ext uri="{FF2B5EF4-FFF2-40B4-BE49-F238E27FC236}">
                <a16:creationId xmlns:a16="http://schemas.microsoft.com/office/drawing/2014/main" id="{66D00664-1DCE-43BC-8538-954D67EB9464}"/>
              </a:ext>
            </a:extLst>
          </p:cNvPr>
          <p:cNvSpPr>
            <a:spLocks xmlns:a="http://schemas.openxmlformats.org/drawingml/2006/main" noGrp="1"/>
          </p:cNvSpPr>
          <p:nvPr/>
        </p:nvSpPr>
        <p:spPr>
          <a:xfrm xmlns:a="http://schemas.openxmlformats.org/drawingml/2006/main">
            <a:off x="4048125" y="2333625"/>
            <a:ext cx="1905000" cy="619125"/>
          </a:xfrm>
          <a:prstGeom xmlns:a="http://schemas.openxmlformats.org/drawingml/2006/main" prst="roundRect">
            <a:avLst>
              <a:gd name="adj" fmla="val 15385"/>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Prometheus</a:t>
            </a:r>
          </a:p>
        </p:txBody>
      </p:sp>
      <p:sp>
        <p:nvSpPr>
          <p:cNvPr id="6" name="">
            <a:extLst xmlns:a="http://schemas.openxmlformats.org/drawingml/2006/main">
              <a:ext uri="{FF2B5EF4-FFF2-40B4-BE49-F238E27FC236}">
                <a16:creationId xmlns:a16="http://schemas.microsoft.com/office/drawing/2014/main" id="{D6D27B99-1C9A-43CF-902B-88F7932C3A89}"/>
              </a:ext>
            </a:extLst>
          </p:cNvPr>
          <p:cNvSpPr>
            <a:spLocks xmlns:a="http://schemas.openxmlformats.org/drawingml/2006/main" noGrp="1"/>
          </p:cNvSpPr>
          <p:nvPr/>
        </p:nvSpPr>
        <p:spPr>
          <a:xfrm xmlns:a="http://schemas.openxmlformats.org/drawingml/2006/main">
            <a:off x="7096125" y="1457325"/>
            <a:ext cx="1428750"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Grafana</a:t>
            </a:r>
          </a:p>
        </p:txBody>
      </p:sp>
      <p:sp>
        <p:nvSpPr>
          <p:cNvPr id="7" name="">
            <a:extLst xmlns:a="http://schemas.openxmlformats.org/drawingml/2006/main">
              <a:ext uri="{FF2B5EF4-FFF2-40B4-BE49-F238E27FC236}">
                <a16:creationId xmlns:a16="http://schemas.microsoft.com/office/drawing/2014/main" id="{30925EBF-73B8-4CBC-884E-CDA3C2D86F2E}"/>
              </a:ext>
            </a:extLst>
          </p:cNvPr>
          <p:cNvSpPr>
            <a:spLocks xmlns:a="http://schemas.openxmlformats.org/drawingml/2006/main" noGrp="1"/>
          </p:cNvSpPr>
          <p:nvPr/>
        </p:nvSpPr>
        <p:spPr>
          <a:xfrm xmlns:a="http://schemas.openxmlformats.org/drawingml/2006/main">
            <a:off x="6715125" y="3124200"/>
            <a:ext cx="2047875" cy="571500"/>
          </a:xfrm>
          <a:prstGeom xmlns:a="http://schemas.openxmlformats.org/drawingml/2006/main" prst="roundRect">
            <a:avLst>
              <a:gd name="adj" fmla="val 16667"/>
            </a:avLst>
          </a:prstGeom>
          <a:solidFill xmlns:a="http://schemas.openxmlformats.org/drawingml/2006/main">
            <a:srgbClr val="F7F7FC"/>
          </a:solidFill>
          <a:ln xmlns:a="http://schemas.openxmlformats.org/drawingml/2006/main" w="9525">
            <a:solidFill>
              <a:srgbClr val="D4CEE9"/>
            </a:solidFill>
          </a:ln>
        </p:spPr>
        <p:txBody>
          <a:bodyPr xmlns:a="http://schemas.openxmlformats.org/drawingml/2006/main" lIns="76200" tIns="38100" rIns="76200" bIns="38100" anchor="ctr">
            <a:noAutofit/>
          </a:bodyPr>
          <a:lstStyle xmlns:a="http://schemas.openxmlformats.org/drawingml/2006/main"/>
          <a:p xmlns:a="http://schemas.openxmlformats.org/drawingml/2006/main">
            <a:pPr algn="ctr">
              <a:defRPr sz="1500" b="1">
                <a:solidFill>
                  <a:srgbClr val="4931AA"/>
                </a:solidFill>
                <a:latin typeface="Roboto"/>
                <a:ea typeface="Roboto"/>
                <a:cs typeface="Roboto"/>
              </a:defRPr>
            </a:pPr>
            <a:r>
              <a:rPr sz="1500" b="1">
                <a:solidFill>
                  <a:srgbClr val="4931AA"/>
                </a:solidFill>
                <a:latin typeface="Roboto"/>
                <a:ea typeface="Roboto"/>
                <a:cs typeface="Roboto"/>
              </a:rPr>
              <a:t>Alertmanager</a:t>
            </a:r>
          </a:p>
        </p:txBody>
      </p:sp>
      <p:sp>
        <p:nvSpPr>
          <p:cNvPr id="8" name="ha_Ресурсы четырёх VM">
            <a:extLst xmlns:a="http://schemas.openxmlformats.org/drawingml/2006/main">
              <a:ext uri="{FF2B5EF4-FFF2-40B4-BE49-F238E27FC236}">
                <a16:creationId xmlns:a16="http://schemas.microsoft.com/office/drawing/2014/main" id="{915BF409-8555-4E27-90C5-C8A63162F5D0}"/>
              </a:ext>
            </a:extLst>
          </p:cNvPr>
          <p:cNvSpPr>
            <a:spLocks xmlns:a="http://schemas.openxmlformats.org/drawingml/2006/main" noGrp="1"/>
          </p:cNvSpPr>
          <p:nvPr/>
        </p:nvSpPr>
        <p:spPr>
          <a:xfrm xmlns:a="http://schemas.openxmlformats.org/drawingml/2006/main">
            <a:off x="762000" y="20764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275" b="0">
                <a:solidFill>
                  <a:srgbClr val="111111"/>
                </a:solidFill>
                <a:latin typeface="Roboto"/>
                <a:ea typeface="Roboto"/>
                <a:cs typeface="Roboto"/>
              </a:defRPr>
            </a:pPr>
            <a:r>
              <a:rPr sz="1275" b="0">
                <a:solidFill>
                  <a:srgbClr val="111111"/>
                </a:solidFill>
                <a:latin typeface="Roboto"/>
                <a:ea typeface="Roboto"/>
                <a:cs typeface="Roboto"/>
              </a:rPr>
              <a:t>Ресурсы четырёх VM</a:t>
            </a:r>
          </a:p>
        </p:txBody>
      </p:sp>
      <p:sp>
        <p:nvSpPr>
          <p:cNvPr id="9" name="ha_Проверка сайта и backend">
            <a:extLst xmlns:a="http://schemas.openxmlformats.org/drawingml/2006/main">
              <a:ext uri="{FF2B5EF4-FFF2-40B4-BE49-F238E27FC236}">
                <a16:creationId xmlns:a16="http://schemas.microsoft.com/office/drawing/2014/main" id="{3CD48D30-FA93-4BBD-907B-B5F03A7F708F}"/>
              </a:ext>
            </a:extLst>
          </p:cNvPr>
          <p:cNvSpPr>
            <a:spLocks xmlns:a="http://schemas.openxmlformats.org/drawingml/2006/main" noGrp="1"/>
          </p:cNvSpPr>
          <p:nvPr/>
        </p:nvSpPr>
        <p:spPr>
          <a:xfrm xmlns:a="http://schemas.openxmlformats.org/drawingml/2006/main">
            <a:off x="666750" y="37528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275" b="0">
                <a:solidFill>
                  <a:srgbClr val="111111"/>
                </a:solidFill>
                <a:latin typeface="Roboto"/>
                <a:ea typeface="Roboto"/>
                <a:cs typeface="Roboto"/>
              </a:defRPr>
            </a:pPr>
            <a:r>
              <a:rPr sz="1275" b="0">
                <a:solidFill>
                  <a:srgbClr val="111111"/>
                </a:solidFill>
                <a:latin typeface="Roboto"/>
                <a:ea typeface="Roboto"/>
                <a:cs typeface="Roboto"/>
              </a:rPr>
              <a:t>Проверка сайта и backend</a:t>
            </a:r>
          </a:p>
        </p:txBody>
      </p:sp>
      <p:sp>
        <p:nvSpPr>
          <p:cNvPr id="10" name="ha_Каждые 15 секунд">
            <a:extLst xmlns:a="http://schemas.openxmlformats.org/drawingml/2006/main">
              <a:ext uri="{FF2B5EF4-FFF2-40B4-BE49-F238E27FC236}">
                <a16:creationId xmlns:a16="http://schemas.microsoft.com/office/drawing/2014/main" id="{BCFB5AA3-134A-46C1-A3DA-14BB5BD91BAE}"/>
              </a:ext>
            </a:extLst>
          </p:cNvPr>
          <p:cNvSpPr>
            <a:spLocks xmlns:a="http://schemas.openxmlformats.org/drawingml/2006/main" noGrp="1"/>
          </p:cNvSpPr>
          <p:nvPr/>
        </p:nvSpPr>
        <p:spPr>
          <a:xfrm xmlns:a="http://schemas.openxmlformats.org/drawingml/2006/main">
            <a:off x="4057650" y="3000375"/>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275" b="0">
                <a:solidFill>
                  <a:srgbClr val="111111"/>
                </a:solidFill>
                <a:latin typeface="Roboto"/>
                <a:ea typeface="Roboto"/>
                <a:cs typeface="Roboto"/>
              </a:defRPr>
            </a:pPr>
            <a:r>
              <a:rPr sz="1275" b="0">
                <a:solidFill>
                  <a:srgbClr val="111111"/>
                </a:solidFill>
                <a:latin typeface="Roboto"/>
                <a:ea typeface="Roboto"/>
                <a:cs typeface="Roboto"/>
              </a:rPr>
              <a:t>Каждые 15 секунд</a:t>
            </a:r>
          </a:p>
        </p:txBody>
      </p:sp>
      <p:sp>
        <p:nvSpPr>
          <p:cNvPr id="11" name="ha_Панель состояния">
            <a:extLst xmlns:a="http://schemas.openxmlformats.org/drawingml/2006/main">
              <a:ext uri="{FF2B5EF4-FFF2-40B4-BE49-F238E27FC236}">
                <a16:creationId xmlns:a16="http://schemas.microsoft.com/office/drawing/2014/main" id="{5A65AB2A-AF07-4FB6-8D11-623AA35B2788}"/>
              </a:ext>
            </a:extLst>
          </p:cNvPr>
          <p:cNvSpPr>
            <a:spLocks xmlns:a="http://schemas.openxmlformats.org/drawingml/2006/main" noGrp="1"/>
          </p:cNvSpPr>
          <p:nvPr/>
        </p:nvSpPr>
        <p:spPr>
          <a:xfrm xmlns:a="http://schemas.openxmlformats.org/drawingml/2006/main">
            <a:off x="6953250" y="20764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275" b="0">
                <a:solidFill>
                  <a:srgbClr val="111111"/>
                </a:solidFill>
                <a:latin typeface="Roboto"/>
                <a:ea typeface="Roboto"/>
                <a:cs typeface="Roboto"/>
              </a:defRPr>
            </a:pPr>
            <a:r>
              <a:rPr sz="1275" b="0">
                <a:solidFill>
                  <a:srgbClr val="111111"/>
                </a:solidFill>
                <a:latin typeface="Roboto"/>
                <a:ea typeface="Roboto"/>
                <a:cs typeface="Roboto"/>
              </a:rPr>
              <a:t>Панель состояния</a:t>
            </a:r>
          </a:p>
        </p:txBody>
      </p:sp>
      <p:sp>
        <p:nvSpPr>
          <p:cNvPr id="12" name="ha_Локальные письма">
            <a:extLst xmlns:a="http://schemas.openxmlformats.org/drawingml/2006/main">
              <a:ext uri="{FF2B5EF4-FFF2-40B4-BE49-F238E27FC236}">
                <a16:creationId xmlns:a16="http://schemas.microsoft.com/office/drawing/2014/main" id="{2475A9EE-9D87-4AE8-B5C3-A5FD99FD720C}"/>
              </a:ext>
            </a:extLst>
          </p:cNvPr>
          <p:cNvSpPr>
            <a:spLocks xmlns:a="http://schemas.openxmlformats.org/drawingml/2006/main" noGrp="1"/>
          </p:cNvSpPr>
          <p:nvPr/>
        </p:nvSpPr>
        <p:spPr>
          <a:xfrm xmlns:a="http://schemas.openxmlformats.org/drawingml/2006/main">
            <a:off x="6819900" y="3752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275" b="0">
                <a:solidFill>
                  <a:srgbClr val="111111"/>
                </a:solidFill>
                <a:latin typeface="Roboto"/>
                <a:ea typeface="Roboto"/>
                <a:cs typeface="Roboto"/>
              </a:defRPr>
            </a:pPr>
            <a:r>
              <a:rPr sz="1275" b="0">
                <a:solidFill>
                  <a:srgbClr val="111111"/>
                </a:solidFill>
                <a:latin typeface="Roboto"/>
                <a:ea typeface="Roboto"/>
                <a:cs typeface="Roboto"/>
              </a:rPr>
              <a:t>Локальные письма</a:t>
            </a:r>
          </a:p>
        </p:txBody>
      </p:sp>
      <p:cxnSp>
        <p:nvCxnSpPr>
          <p:cNvPr id="29" name=""/>
          <p:cNvCxnSpPr>
            <a:stCxn xmlns:a="http://schemas.openxmlformats.org/drawingml/2006/main" id="3" idx="3"/>
            <a:endCxn xmlns:a="http://schemas.openxmlformats.org/drawingml/2006/main" id="5" idx="1"/>
          </p:cNvCxnSpPr>
          <p:nvPr/>
        </p:nvCxnSpPr>
        <p:spPr>
          <a:xfrm xmlns:a="http://schemas.openxmlformats.org/drawingml/2006/main">
            <a:off x="2952750" y="1743075"/>
            <a:ext cx="1095375" cy="900113"/>
          </a:xfrm>
          <a:prstGeom xmlns:a="http://schemas.openxmlformats.org/drawingml/2006/main" prst="bentConnector3">
            <a:avLst>
              <a:gd name="adj1" fmla="val 50000"/>
            </a:avLst>
          </a:prstGeom>
          <a:ln xmlns:a="http://schemas.openxmlformats.org/drawingml/2006/main" w="19050">
            <a:solidFill>
              <a:srgbClr val="4931AA"/>
            </a:solidFill>
            <a:tailEnd type="triangle" w="sm" len="sm"/>
          </a:ln>
        </p:spPr>
      </p:cxn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flipV="1">
            <a:off x="2952750" y="2643188"/>
            <a:ext cx="1095375" cy="766763"/>
          </a:xfrm>
          <a:prstGeom xmlns:a="http://schemas.openxmlformats.org/drawingml/2006/main" prst="bentConnector3">
            <a:avLst>
              <a:gd name="adj1" fmla="val 50000"/>
            </a:avLst>
          </a:prstGeom>
          <a:ln xmlns:a="http://schemas.openxmlformats.org/drawingml/2006/main" w="19050">
            <a:solidFill>
              <a:srgbClr val="4931AA"/>
            </a:solidFill>
            <a:tailEnd type="triangle" w="sm" len="sm"/>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flipV="1">
            <a:off x="5953125" y="1743075"/>
            <a:ext cx="1143000" cy="900113"/>
          </a:xfrm>
          <a:prstGeom xmlns:a="http://schemas.openxmlformats.org/drawingml/2006/main" prst="bentConnector3">
            <a:avLst>
              <a:gd name="adj1" fmla="val 50000"/>
            </a:avLst>
          </a:prstGeom>
          <a:ln xmlns:a="http://schemas.openxmlformats.org/drawingml/2006/main" w="19050">
            <a:solidFill>
              <a:srgbClr val="4931AA"/>
            </a:solidFill>
            <a:tailEnd type="triangle" w="sm" len="sm"/>
          </a:ln>
        </p:spPr>
      </p:cxnSp>
      <p:cxnSp>
        <p:nvCxnSpPr>
          <p:cNvPr id="32" name=""/>
          <p:cNvCxnSpPr>
            <a:stCxn xmlns:a="http://schemas.openxmlformats.org/drawingml/2006/main" id="5" idx="3"/>
            <a:endCxn xmlns:a="http://schemas.openxmlformats.org/drawingml/2006/main" id="7" idx="1"/>
          </p:cNvCxnSpPr>
          <p:nvPr/>
        </p:nvCxnSpPr>
        <p:spPr>
          <a:xfrm xmlns:a="http://schemas.openxmlformats.org/drawingml/2006/main">
            <a:off x="5953125" y="2643188"/>
            <a:ext cx="762000" cy="766763"/>
          </a:xfrm>
          <a:prstGeom xmlns:a="http://schemas.openxmlformats.org/drawingml/2006/main" prst="bentConnector3">
            <a:avLst>
              <a:gd name="adj1" fmla="val 50000"/>
            </a:avLst>
          </a:prstGeom>
          <a:ln xmlns:a="http://schemas.openxmlformats.org/drawingml/2006/main" w="19050">
            <a:solidFill>
              <a:srgbClr val="4931AA"/>
            </a:solidFill>
            <a:tailEnd type="triangle" w="sm" len="sm"/>
          </a:ln>
        </p:spPr>
      </p:cxnSp>
    </p:spTree>
    <p:extLst>
      <p:ext uri="{BB962C8B-B14F-4D97-AF65-F5344CB8AC3E}">
        <p14:creationId xmlns:p14="http://schemas.microsoft.com/office/powerpoint/2010/main" val="181488813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6" name="Google Shape;478;p66"/>
          <p:cNvPicPr>
            <a:picLocks xmlns:a="http://schemas.openxmlformats.org/drawingml/2006/main" noChangeAspect="1"/>
          </p:cNvPicPr>
          <p:nvPr/>
        </p:nvPicPr>
        <p:blipFill>
          <a:blip xmlns:r="http://schemas.openxmlformats.org/officeDocument/2006/relationships" xmlns:a="http://schemas.openxmlformats.org/drawingml/2006/main" r:embed="Rf6b355ba3f7c4af7">
            <a:alphaModFix/>
          </a:blip>
          <a:stretch xmlns:a="http://schemas.openxmlformats.org/drawingml/2006/main">
            <a:fillRect l="0" t="0" r="0" b="0"/>
          </a:stretch>
        </p:blipFill>
        <p:spPr>
          <a:xfrm xmlns:a="http://schemas.openxmlformats.org/drawingml/2006/main">
            <a:off x="8763000" y="4953000"/>
            <a:ext cx="9525" cy="9525"/>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7" name="Google Shape;479;p66"/>
          <p:cNvPicPr>
            <a:picLocks xmlns:a="http://schemas.openxmlformats.org/drawingml/2006/main" noChangeAspect="1"/>
          </p:cNvPicPr>
          <p:nvPr/>
        </p:nvPicPr>
        <p:blipFill>
          <a:blip xmlns:r="http://schemas.openxmlformats.org/officeDocument/2006/relationships" xmlns:a="http://schemas.openxmlformats.org/drawingml/2006/main" r:embed="R9aab9593cd664b6b">
            <a:alphaModFix/>
          </a:blip>
          <a:stretch xmlns:a="http://schemas.openxmlformats.org/drawingml/2006/main">
            <a:fillRect l="0" t="0" r="0" b="0"/>
          </a:stretch>
        </p:blipFill>
        <p:spPr>
          <a:xfrm xmlns:a="http://schemas.openxmlformats.org/drawingml/2006/main">
            <a:off x="428625" y="2238375"/>
            <a:ext cx="1666875" cy="809625"/>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8" name="Google Shape;480;p66"/>
          <p:cNvPicPr>
            <a:picLocks xmlns:a="http://schemas.openxmlformats.org/drawingml/2006/main" noChangeAspect="1"/>
          </p:cNvPicPr>
          <p:nvPr/>
        </p:nvPicPr>
        <p:blipFill>
          <a:blip xmlns:r="http://schemas.openxmlformats.org/officeDocument/2006/relationships" xmlns:a="http://schemas.openxmlformats.org/drawingml/2006/main" r:embed="Rc929e63bcfad4e79">
            <a:alphaModFix/>
          </a:blip>
          <a:stretch xmlns:a="http://schemas.openxmlformats.org/drawingml/2006/main">
            <a:fillRect l="0" t="0" r="0" b="0"/>
          </a:stretch>
        </p:blipFill>
        <p:spPr>
          <a:xfrm xmlns:a="http://schemas.openxmlformats.org/drawingml/2006/main">
            <a:off x="2124075" y="2238375"/>
            <a:ext cx="1666875" cy="809625"/>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9" name="Google Shape;481;p66"/>
          <p:cNvPicPr>
            <a:picLocks xmlns:a="http://schemas.openxmlformats.org/drawingml/2006/main" noChangeAspect="1"/>
          </p:cNvPicPr>
          <p:nvPr/>
        </p:nvPicPr>
        <p:blipFill>
          <a:blip xmlns:r="http://schemas.openxmlformats.org/officeDocument/2006/relationships" xmlns:a="http://schemas.openxmlformats.org/drawingml/2006/main" r:embed="Ra7b20a570276483d">
            <a:alphaModFix/>
          </a:blip>
          <a:stretch xmlns:a="http://schemas.openxmlformats.org/drawingml/2006/main">
            <a:fillRect l="0" t="0" r="0" b="0"/>
          </a:stretch>
        </p:blipFill>
        <p:spPr>
          <a:xfrm xmlns:a="http://schemas.openxmlformats.org/drawingml/2006/main">
            <a:off x="3819525" y="2238375"/>
            <a:ext cx="1666875" cy="809625"/>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20" name="Google Shape;482;p66"/>
          <p:cNvPicPr>
            <a:picLocks xmlns:a="http://schemas.openxmlformats.org/drawingml/2006/main" noChangeAspect="1"/>
          </p:cNvPicPr>
          <p:nvPr/>
        </p:nvPicPr>
        <p:blipFill>
          <a:blip xmlns:r="http://schemas.openxmlformats.org/officeDocument/2006/relationships" xmlns:a="http://schemas.openxmlformats.org/drawingml/2006/main" r:embed="R68d85e7ac5124918">
            <a:alphaModFix/>
          </a:blip>
          <a:stretch xmlns:a="http://schemas.openxmlformats.org/drawingml/2006/main">
            <a:fillRect l="0" t="0" r="0" b="0"/>
          </a:stretch>
        </p:blipFill>
        <p:spPr>
          <a:xfrm xmlns:a="http://schemas.openxmlformats.org/drawingml/2006/main">
            <a:off x="5514975" y="2238375"/>
            <a:ext cx="1666875" cy="809625"/>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21" name="Google Shape;483;p66"/>
          <p:cNvPicPr>
            <a:picLocks xmlns:a="http://schemas.openxmlformats.org/drawingml/2006/main" noChangeAspect="1"/>
          </p:cNvPicPr>
          <p:nvPr/>
        </p:nvPicPr>
        <p:blipFill>
          <a:blip xmlns:r="http://schemas.openxmlformats.org/officeDocument/2006/relationships" xmlns:a="http://schemas.openxmlformats.org/drawingml/2006/main" r:embed="Rc2c32cf871854103">
            <a:alphaModFix/>
          </a:blip>
          <a:stretch xmlns:a="http://schemas.openxmlformats.org/drawingml/2006/main">
            <a:fillRect l="0" t="0" r="0" b="0"/>
          </a:stretch>
        </p:blipFill>
        <p:spPr>
          <a:xfrm xmlns:a="http://schemas.openxmlformats.org/drawingml/2006/main">
            <a:off x="7210425" y="2238375"/>
            <a:ext cx="1666875" cy="809625"/>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sp>
        <p:nvSpPr>
          <p:cNvPr id="7" name="Google Shape;484;p66">
            <a:extLst xmlns:a="http://schemas.openxmlformats.org/drawingml/2006/main">
              <a:ext uri="{FF2B5EF4-FFF2-40B4-BE49-F238E27FC236}">
                <a16:creationId xmlns:a16="http://schemas.microsoft.com/office/drawing/2014/main" id="{21F9DC77-D724-4243-BA57-4F0E305FB540}"/>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Логи для диагностики</a:t>
            </a:r>
            <a:endParaRPr/>
          </a:p>
        </p:txBody>
      </p:sp>
      <p:sp>
        <p:nvSpPr>
          <p:cNvPr id="8" name="ha_12">
            <a:extLst xmlns:a="http://schemas.openxmlformats.org/drawingml/2006/main">
              <a:ext uri="{FF2B5EF4-FFF2-40B4-BE49-F238E27FC236}">
                <a16:creationId xmlns:a16="http://schemas.microsoft.com/office/drawing/2014/main" id="{98FFB455-971D-420C-BC19-7CE19A143239}"/>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12</a:t>
            </a:r>
          </a:p>
        </p:txBody>
      </p:sp>
      <p:sp>
        <p:nvSpPr>
          <p:cNvPr id="9" name="ha_Nginx / Flask">
            <a:extLst xmlns:a="http://schemas.openxmlformats.org/drawingml/2006/main">
              <a:ext uri="{FF2B5EF4-FFF2-40B4-BE49-F238E27FC236}">
                <a16:creationId xmlns:a16="http://schemas.microsoft.com/office/drawing/2014/main" id="{4716EE8F-2361-43AE-A19A-850B4BCF3F31}"/>
              </a:ext>
            </a:extLst>
          </p:cNvPr>
          <p:cNvSpPr>
            <a:spLocks xmlns:a="http://schemas.openxmlformats.org/drawingml/2006/main" noGrp="1"/>
          </p:cNvSpPr>
          <p:nvPr/>
        </p:nvSpPr>
        <p:spPr>
          <a:xfrm xmlns:a="http://schemas.openxmlformats.org/drawingml/2006/main">
            <a:off x="495300" y="2457450"/>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425" b="1">
                <a:solidFill>
                  <a:srgbClr val="FFFFFF"/>
                </a:solidFill>
                <a:latin typeface="Roboto"/>
                <a:ea typeface="Roboto"/>
                <a:cs typeface="Roboto"/>
              </a:defRPr>
            </a:pPr>
            <a:r>
              <a:rPr sz="1425" b="1">
                <a:solidFill>
                  <a:srgbClr val="FFFFFF"/>
                </a:solidFill>
                <a:latin typeface="Roboto"/>
                <a:ea typeface="Roboto"/>
                <a:cs typeface="Roboto"/>
              </a:rPr>
              <a:t>Nginx / Flask</a:t>
            </a:r>
          </a:p>
        </p:txBody>
      </p:sp>
      <p:sp>
        <p:nvSpPr>
          <p:cNvPr id="10" name="ha_Filebeat">
            <a:extLst xmlns:a="http://schemas.openxmlformats.org/drawingml/2006/main">
              <a:ext uri="{FF2B5EF4-FFF2-40B4-BE49-F238E27FC236}">
                <a16:creationId xmlns:a16="http://schemas.microsoft.com/office/drawing/2014/main" id="{54DA03C5-27B0-4A18-97B9-A3110907B2C7}"/>
              </a:ext>
            </a:extLst>
          </p:cNvPr>
          <p:cNvSpPr>
            <a:spLocks xmlns:a="http://schemas.openxmlformats.org/drawingml/2006/main" noGrp="1"/>
          </p:cNvSpPr>
          <p:nvPr/>
        </p:nvSpPr>
        <p:spPr>
          <a:xfrm xmlns:a="http://schemas.openxmlformats.org/drawingml/2006/main">
            <a:off x="2190750" y="2457450"/>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425" b="1">
                <a:solidFill>
                  <a:srgbClr val="FFFFFF"/>
                </a:solidFill>
                <a:latin typeface="Roboto"/>
                <a:ea typeface="Roboto"/>
                <a:cs typeface="Roboto"/>
              </a:defRPr>
            </a:pPr>
            <a:r>
              <a:rPr sz="1425" b="1">
                <a:solidFill>
                  <a:srgbClr val="FFFFFF"/>
                </a:solidFill>
                <a:latin typeface="Roboto"/>
                <a:ea typeface="Roboto"/>
                <a:cs typeface="Roboto"/>
              </a:rPr>
              <a:t>Filebeat</a:t>
            </a:r>
          </a:p>
        </p:txBody>
      </p:sp>
      <p:sp>
        <p:nvSpPr>
          <p:cNvPr id="11" name="ha_Logstash">
            <a:extLst xmlns:a="http://schemas.openxmlformats.org/drawingml/2006/main">
              <a:ext uri="{FF2B5EF4-FFF2-40B4-BE49-F238E27FC236}">
                <a16:creationId xmlns:a16="http://schemas.microsoft.com/office/drawing/2014/main" id="{AC705A21-1FEF-4136-9AB2-509C03D09CA2}"/>
              </a:ext>
            </a:extLst>
          </p:cNvPr>
          <p:cNvSpPr>
            <a:spLocks xmlns:a="http://schemas.openxmlformats.org/drawingml/2006/main" noGrp="1"/>
          </p:cNvSpPr>
          <p:nvPr/>
        </p:nvSpPr>
        <p:spPr>
          <a:xfrm xmlns:a="http://schemas.openxmlformats.org/drawingml/2006/main">
            <a:off x="3886200" y="2457450"/>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425" b="1">
                <a:solidFill>
                  <a:srgbClr val="FFFFFF"/>
                </a:solidFill>
                <a:latin typeface="Roboto"/>
                <a:ea typeface="Roboto"/>
                <a:cs typeface="Roboto"/>
              </a:defRPr>
            </a:pPr>
            <a:r>
              <a:rPr sz="1425" b="1">
                <a:solidFill>
                  <a:srgbClr val="FFFFFF"/>
                </a:solidFill>
                <a:latin typeface="Roboto"/>
                <a:ea typeface="Roboto"/>
                <a:cs typeface="Roboto"/>
              </a:rPr>
              <a:t>Logstash</a:t>
            </a:r>
          </a:p>
        </p:txBody>
      </p:sp>
      <p:sp>
        <p:nvSpPr>
          <p:cNvPr id="12" name="ha_Elasticsearch">
            <a:extLst xmlns:a="http://schemas.openxmlformats.org/drawingml/2006/main">
              <a:ext uri="{FF2B5EF4-FFF2-40B4-BE49-F238E27FC236}">
                <a16:creationId xmlns:a16="http://schemas.microsoft.com/office/drawing/2014/main" id="{C6AB6713-C040-4E37-8B4B-FB7D199CC14A}"/>
              </a:ext>
            </a:extLst>
          </p:cNvPr>
          <p:cNvSpPr>
            <a:spLocks xmlns:a="http://schemas.openxmlformats.org/drawingml/2006/main" noGrp="1"/>
          </p:cNvSpPr>
          <p:nvPr/>
        </p:nvSpPr>
        <p:spPr>
          <a:xfrm xmlns:a="http://schemas.openxmlformats.org/drawingml/2006/main">
            <a:off x="5581650" y="2457450"/>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275" b="1">
                <a:solidFill>
                  <a:srgbClr val="FFFFFF"/>
                </a:solidFill>
                <a:latin typeface="Roboto"/>
                <a:ea typeface="Roboto"/>
                <a:cs typeface="Roboto"/>
              </a:defRPr>
            </a:pPr>
            <a:r>
              <a:rPr sz="1275" b="1">
                <a:solidFill>
                  <a:srgbClr val="FFFFFF"/>
                </a:solidFill>
                <a:latin typeface="Roboto"/>
                <a:ea typeface="Roboto"/>
                <a:cs typeface="Roboto"/>
              </a:rPr>
              <a:t>Elasticsearch</a:t>
            </a:r>
          </a:p>
        </p:txBody>
      </p:sp>
      <p:sp>
        <p:nvSpPr>
          <p:cNvPr id="13" name="ha_Kibana">
            <a:extLst xmlns:a="http://schemas.openxmlformats.org/drawingml/2006/main">
              <a:ext uri="{FF2B5EF4-FFF2-40B4-BE49-F238E27FC236}">
                <a16:creationId xmlns:a16="http://schemas.microsoft.com/office/drawing/2014/main" id="{D28BDF34-77D0-4753-B4C5-F96D515AE5C3}"/>
              </a:ext>
            </a:extLst>
          </p:cNvPr>
          <p:cNvSpPr>
            <a:spLocks xmlns:a="http://schemas.openxmlformats.org/drawingml/2006/main" noGrp="1"/>
          </p:cNvSpPr>
          <p:nvPr/>
        </p:nvSpPr>
        <p:spPr>
          <a:xfrm xmlns:a="http://schemas.openxmlformats.org/drawingml/2006/main">
            <a:off x="7277100" y="2457450"/>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5000"/>
              </a:lnSpc>
              <a:buNone/>
              <a:defRPr sz="1425" b="1">
                <a:solidFill>
                  <a:srgbClr val="FFFFFF"/>
                </a:solidFill>
                <a:latin typeface="Roboto"/>
                <a:ea typeface="Roboto"/>
                <a:cs typeface="Roboto"/>
              </a:defRPr>
            </a:pPr>
            <a:r>
              <a:rPr sz="1425" b="1">
                <a:solidFill>
                  <a:srgbClr val="FFFFFF"/>
                </a:solidFill>
                <a:latin typeface="Roboto"/>
                <a:ea typeface="Roboto"/>
                <a:cs typeface="Roboto"/>
              </a:rPr>
              <a:t>Kibana</a:t>
            </a:r>
          </a:p>
        </p:txBody>
      </p:sp>
      <p:sp>
        <p:nvSpPr>
          <p:cNvPr id="14" name="ha_Kibana: поиск причины ошибки">
            <a:extLst xmlns:a="http://schemas.openxmlformats.org/drawingml/2006/main">
              <a:ext uri="{FF2B5EF4-FFF2-40B4-BE49-F238E27FC236}">
                <a16:creationId xmlns:a16="http://schemas.microsoft.com/office/drawing/2014/main" id="{DA4E044E-3C5E-4D85-9B84-4CAAC05769D4}"/>
              </a:ext>
            </a:extLst>
          </p:cNvPr>
          <p:cNvSpPr>
            <a:spLocks xmlns:a="http://schemas.openxmlformats.org/drawingml/2006/main" noGrp="1"/>
          </p:cNvSpPr>
          <p:nvPr/>
        </p:nvSpPr>
        <p:spPr>
          <a:xfrm xmlns:a="http://schemas.openxmlformats.org/drawingml/2006/main">
            <a:off x="714375" y="3581400"/>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950" b="1">
                <a:solidFill>
                  <a:srgbClr val="4931AA"/>
                </a:solidFill>
                <a:latin typeface="Roboto"/>
                <a:ea typeface="Roboto"/>
                <a:cs typeface="Roboto"/>
              </a:defRPr>
            </a:pPr>
            <a:r>
              <a:rPr sz="1950" b="1">
                <a:solidFill>
                  <a:srgbClr val="4931AA"/>
                </a:solidFill>
                <a:latin typeface="Roboto"/>
                <a:ea typeface="Roboto"/>
                <a:cs typeface="Roboto"/>
              </a:rPr>
              <a:t>Kibana: поиск причины ошибки</a:t>
            </a:r>
          </a:p>
        </p:txBody>
      </p:sp>
      <p:sp>
        <p:nvSpPr>
          <p:cNvPr id="15" name="ha_Пример фильтра: status &gt;= 500">
            <a:extLst xmlns:a="http://schemas.openxmlformats.org/drawingml/2006/main">
              <a:ext uri="{FF2B5EF4-FFF2-40B4-BE49-F238E27FC236}">
                <a16:creationId xmlns:a16="http://schemas.microsoft.com/office/drawing/2014/main" id="{B2013330-EA48-4015-B1A4-C8FFB52F74D1}"/>
              </a:ext>
            </a:extLst>
          </p:cNvPr>
          <p:cNvSpPr>
            <a:spLocks xmlns:a="http://schemas.openxmlformats.org/drawingml/2006/main" noGrp="1"/>
          </p:cNvSpPr>
          <p:nvPr/>
        </p:nvSpPr>
        <p:spPr>
          <a:xfrm xmlns:a="http://schemas.openxmlformats.org/drawingml/2006/main">
            <a:off x="714375" y="411480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00" b="0">
                <a:solidFill>
                  <a:srgbClr val="111111"/>
                </a:solidFill>
                <a:latin typeface="Roboto"/>
                <a:ea typeface="Roboto"/>
                <a:cs typeface="Roboto"/>
              </a:defRPr>
            </a:pPr>
            <a:r>
              <a:rPr sz="1500" b="0">
                <a:solidFill>
                  <a:srgbClr val="111111"/>
                </a:solidFill>
                <a:latin typeface="Roboto"/>
                <a:ea typeface="Roboto"/>
                <a:cs typeface="Roboto"/>
              </a:rPr>
              <a:t>Пример фильтра: status &gt;= 500</a:t>
            </a:r>
          </a:p>
        </p:txBody>
      </p:sp>
    </p:spTree>
    <p:extLst>
      <p:ext uri="{BB962C8B-B14F-4D97-AF65-F5344CB8AC3E}">
        <p14:creationId xmlns:p14="http://schemas.microsoft.com/office/powerpoint/2010/main" val="13164838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5" name="Google Shape;507;p67"/>
          <p:cNvPicPr>
            <a:picLocks xmlns:a="http://schemas.openxmlformats.org/drawingml/2006/main" noChangeAspect="1"/>
          </p:cNvPicPr>
          <p:nvPr/>
        </p:nvPicPr>
        <p:blipFill>
          <a:blip xmlns:r="http://schemas.openxmlformats.org/officeDocument/2006/relationships" xmlns:a="http://schemas.openxmlformats.org/drawingml/2006/main" r:embed="R1d61b3a0e56d4182">
            <a:alphaModFix/>
          </a:blip>
          <a:stretch xmlns:a="http://schemas.openxmlformats.org/drawingml/2006/main">
            <a:fillRect l="0" t="0" r="0" b="0"/>
          </a:stretch>
        </p:blipFill>
        <p:spPr>
          <a:xfrm xmlns:a="http://schemas.openxmlformats.org/drawingml/2006/main">
            <a:off x="922851" y="1821363"/>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6" name="Google Shape;508;p67"/>
          <p:cNvPicPr>
            <a:picLocks xmlns:a="http://schemas.openxmlformats.org/drawingml/2006/main" noChangeAspect="1"/>
          </p:cNvPicPr>
          <p:nvPr/>
        </p:nvPicPr>
        <p:blipFill>
          <a:blip xmlns:r="http://schemas.openxmlformats.org/officeDocument/2006/relationships" xmlns:a="http://schemas.openxmlformats.org/drawingml/2006/main" r:embed="R495ac10c20694829">
            <a:alphaModFix/>
          </a:blip>
          <a:stretch xmlns:a="http://schemas.openxmlformats.org/drawingml/2006/main">
            <a:fillRect l="0" t="0" r="0" b="0"/>
          </a:stretch>
        </p:blipFill>
        <p:spPr>
          <a:xfrm xmlns:a="http://schemas.openxmlformats.org/drawingml/2006/main">
            <a:off x="2768289"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7" name="Google Shape;509;p67"/>
          <p:cNvPicPr>
            <a:picLocks xmlns:a="http://schemas.openxmlformats.org/drawingml/2006/main" noChangeAspect="1"/>
          </p:cNvPicPr>
          <p:nvPr/>
        </p:nvPicPr>
        <p:blipFill>
          <a:blip xmlns:r="http://schemas.openxmlformats.org/officeDocument/2006/relationships" xmlns:a="http://schemas.openxmlformats.org/drawingml/2006/main" r:embed="Ree6a79beb8d04f51">
            <a:alphaModFix/>
          </a:blip>
          <a:stretch xmlns:a="http://schemas.openxmlformats.org/drawingml/2006/main">
            <a:fillRect l="0" t="0" r="0" b="0"/>
          </a:stretch>
        </p:blipFill>
        <p:spPr>
          <a:xfrm xmlns:a="http://schemas.openxmlformats.org/drawingml/2006/main">
            <a:off x="4527615"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pic>
        <p:nvPicPr>
          <p:cNvPr id="18" name="Google Shape;510;p67"/>
          <p:cNvPicPr>
            <a:picLocks xmlns:a="http://schemas.openxmlformats.org/drawingml/2006/main" noChangeAspect="1"/>
          </p:cNvPicPr>
          <p:nvPr/>
        </p:nvPicPr>
        <p:blipFill>
          <a:blip xmlns:r="http://schemas.openxmlformats.org/officeDocument/2006/relationships" xmlns:a="http://schemas.openxmlformats.org/drawingml/2006/main" r:embed="R25e6815e13fb4f25">
            <a:alphaModFix/>
          </a:blip>
          <a:stretch xmlns:a="http://schemas.openxmlformats.org/drawingml/2006/main">
            <a:fillRect l="0" t="0" r="0" b="0"/>
          </a:stretch>
        </p:blipFill>
        <p:spPr>
          <a:xfrm xmlns:a="http://schemas.openxmlformats.org/drawingml/2006/main">
            <a:off x="6347001" y="1821362"/>
            <a:ext cx="1643210" cy="755249"/>
          </a:xfrm>
          <a:prstGeom xmlns:a="http://schemas.openxmlformats.org/drawingml/2006/main" prst="rect">
            <a:avLst/>
          </a:prstGeom>
          <a:ln xmlns:a="http://schemas.openxmlformats.org/drawingml/2006/main">
            <a:noFill/>
          </a:ln>
          <a:effectLst xmlns:a="http://schemas.openxmlformats.org/drawingml/2006/main">
            <a:outerShdw blurRad="142875" dist="28575" dir="5400000" algn="bl" rotWithShape="0">
              <a:srgbClr val="000000">
                <a:alpha val="41000"/>
              </a:srgbClr>
            </a:outerShdw>
          </a:effectLst>
        </p:spPr>
      </p:pic>
      <p:sp>
        <p:nvSpPr>
          <p:cNvPr id="5" name="Google Shape;511;p67">
            <a:extLst xmlns:a="http://schemas.openxmlformats.org/drawingml/2006/main">
              <a:ext uri="{FF2B5EF4-FFF2-40B4-BE49-F238E27FC236}">
                <a16:creationId xmlns:a16="http://schemas.microsoft.com/office/drawing/2014/main" id="{FA0F79D7-6789-4F95-AA2F-DA5D7AF896FB}"/>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Развёртывание и восстановление</a:t>
            </a:r>
            <a:endParaRPr/>
          </a:p>
        </p:txBody>
      </p:sp>
      <p:sp>
        <p:nvSpPr>
          <p:cNvPr id="6" name="Google Shape;512;p67">
            <a:extLst xmlns:a="http://schemas.openxmlformats.org/drawingml/2006/main">
              <a:ext uri="{FF2B5EF4-FFF2-40B4-BE49-F238E27FC236}">
                <a16:creationId xmlns:a16="http://schemas.microsoft.com/office/drawing/2014/main" id="{AF7A95D9-C380-402E-B5F2-C69C6AC9FF3D}"/>
              </a:ext>
            </a:extLst>
          </p:cNvPr>
          <p:cNvSpPr>
            <a:spLocks xmlns:a="http://schemas.openxmlformats.org/drawingml/2006/main" noGrp="1"/>
          </p:cNvSpPr>
          <p:nvPr/>
        </p:nvSpPr>
        <p:spPr>
          <a:xfrm xmlns:a="http://schemas.openxmlformats.org/drawingml/2006/main">
            <a:off x="971550" y="1971675"/>
            <a:ext cx="1504950" cy="42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ctr">
              <a:spcBef>
                <a:spcPts val="0"/>
              </a:spcBef>
              <a:spcAft>
                <a:spcPts val="0"/>
              </a:spcAft>
              <a:buNone/>
              <a:defRPr sz="1575" b="1">
                <a:solidFill>
                  <a:srgbClr val="FFFFFF"/>
                </a:solidFill>
                <a:latin typeface="Roboto"/>
                <a:ea typeface="Roboto"/>
                <a:cs typeface="Roboto"/>
              </a:defRPr>
            </a:pPr>
            <a:r>
              <a:rPr sz="1575" b="1">
                <a:solidFill>
                  <a:srgbClr val="FFFFFF"/>
                </a:solidFill>
                <a:latin typeface="Roboto"/>
                <a:ea typeface="Roboto"/>
                <a:cs typeface="Roboto"/>
              </a:rPr>
              <a:t>Vagrant</a:t>
            </a:r>
            <a:endParaRPr sz="1500" b="1">
              <a:solidFill>
                <a:schemeClr val="lt2"/>
              </a:solidFill>
              <a:latin typeface="Roboto"/>
              <a:ea typeface="Roboto"/>
              <a:cs typeface="Roboto"/>
            </a:endParaRPr>
          </a:p>
        </p:txBody>
      </p:sp>
      <p:sp>
        <p:nvSpPr>
          <p:cNvPr id="7" name="Google Shape;513;p67">
            <a:extLst xmlns:a="http://schemas.openxmlformats.org/drawingml/2006/main">
              <a:ext uri="{FF2B5EF4-FFF2-40B4-BE49-F238E27FC236}">
                <a16:creationId xmlns:a16="http://schemas.microsoft.com/office/drawing/2014/main" id="{4C5D4D07-2B1D-420E-B319-D31DE2B872D0}"/>
              </a:ext>
            </a:extLst>
          </p:cNvPr>
          <p:cNvSpPr>
            <a:spLocks xmlns:a="http://schemas.openxmlformats.org/drawingml/2006/main" noGrp="1"/>
          </p:cNvSpPr>
          <p:nvPr/>
        </p:nvSpPr>
        <p:spPr>
          <a:xfrm xmlns:a="http://schemas.openxmlformats.org/drawingml/2006/main">
            <a:off x="2781300" y="1971675"/>
            <a:ext cx="1504950" cy="42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ctr">
              <a:spcBef>
                <a:spcPts val="0"/>
              </a:spcBef>
              <a:spcAft>
                <a:spcPts val="0"/>
              </a:spcAft>
              <a:buNone/>
              <a:defRPr sz="1575" b="1">
                <a:solidFill>
                  <a:srgbClr val="FFFFFF"/>
                </a:solidFill>
                <a:latin typeface="Roboto"/>
                <a:ea typeface="Roboto"/>
                <a:cs typeface="Roboto"/>
              </a:defRPr>
            </a:pPr>
            <a:r>
              <a:rPr sz="1575" b="1">
                <a:solidFill>
                  <a:srgbClr val="FFFFFF"/>
                </a:solidFill>
                <a:latin typeface="Roboto"/>
                <a:ea typeface="Roboto"/>
                <a:cs typeface="Roboto"/>
              </a:rPr>
              <a:t>Inventory</a:t>
            </a:r>
            <a:endParaRPr sz="1500" b="1">
              <a:solidFill>
                <a:schemeClr val="lt2"/>
              </a:solidFill>
              <a:latin typeface="Roboto"/>
              <a:ea typeface="Roboto"/>
              <a:cs typeface="Roboto"/>
            </a:endParaRPr>
          </a:p>
        </p:txBody>
      </p:sp>
      <p:sp>
        <p:nvSpPr>
          <p:cNvPr id="8" name="Google Shape;514;p67">
            <a:extLst xmlns:a="http://schemas.openxmlformats.org/drawingml/2006/main">
              <a:ext uri="{FF2B5EF4-FFF2-40B4-BE49-F238E27FC236}">
                <a16:creationId xmlns:a16="http://schemas.microsoft.com/office/drawing/2014/main" id="{CAB1AFB6-1895-4D7B-8BBC-1D8BEC2CD6B3}"/>
              </a:ext>
            </a:extLst>
          </p:cNvPr>
          <p:cNvSpPr>
            <a:spLocks xmlns:a="http://schemas.openxmlformats.org/drawingml/2006/main" noGrp="1"/>
          </p:cNvSpPr>
          <p:nvPr/>
        </p:nvSpPr>
        <p:spPr>
          <a:xfrm xmlns:a="http://schemas.openxmlformats.org/drawingml/2006/main">
            <a:off x="4591050" y="1971675"/>
            <a:ext cx="1504950" cy="42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ctr">
              <a:spcBef>
                <a:spcPts val="0"/>
              </a:spcBef>
              <a:spcAft>
                <a:spcPts val="0"/>
              </a:spcAft>
              <a:buNone/>
              <a:defRPr sz="1575" b="1">
                <a:solidFill>
                  <a:srgbClr val="FFFFFF"/>
                </a:solidFill>
                <a:latin typeface="Roboto"/>
                <a:ea typeface="Roboto"/>
                <a:cs typeface="Roboto"/>
              </a:defRPr>
            </a:pPr>
            <a:r>
              <a:rPr sz="1575" b="1">
                <a:solidFill>
                  <a:srgbClr val="FFFFFF"/>
                </a:solidFill>
                <a:latin typeface="Roboto"/>
                <a:ea typeface="Roboto"/>
                <a:cs typeface="Roboto"/>
              </a:rPr>
              <a:t>Ansible</a:t>
            </a:r>
            <a:endParaRPr sz="1500" b="1">
              <a:solidFill>
                <a:schemeClr val="lt2"/>
              </a:solidFill>
              <a:latin typeface="Roboto"/>
              <a:ea typeface="Roboto"/>
              <a:cs typeface="Roboto"/>
            </a:endParaRPr>
          </a:p>
        </p:txBody>
      </p:sp>
      <p:sp>
        <p:nvSpPr>
          <p:cNvPr id="9" name="Google Shape;515;p67">
            <a:extLst xmlns:a="http://schemas.openxmlformats.org/drawingml/2006/main">
              <a:ext uri="{FF2B5EF4-FFF2-40B4-BE49-F238E27FC236}">
                <a16:creationId xmlns:a16="http://schemas.microsoft.com/office/drawing/2014/main" id="{B035F87A-D681-4D1F-99AF-AC70056459F1}"/>
              </a:ext>
            </a:extLst>
          </p:cNvPr>
          <p:cNvSpPr>
            <a:spLocks xmlns:a="http://schemas.openxmlformats.org/drawingml/2006/main" noGrp="1"/>
          </p:cNvSpPr>
          <p:nvPr/>
        </p:nvSpPr>
        <p:spPr>
          <a:xfrm xmlns:a="http://schemas.openxmlformats.org/drawingml/2006/main">
            <a:off x="6400800" y="1971675"/>
            <a:ext cx="1504950" cy="42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ctr">
              <a:spcBef>
                <a:spcPts val="0"/>
              </a:spcBef>
              <a:spcAft>
                <a:spcPts val="0"/>
              </a:spcAft>
              <a:buNone/>
              <a:defRPr sz="1575" b="1">
                <a:solidFill>
                  <a:srgbClr val="FFFFFF"/>
                </a:solidFill>
                <a:latin typeface="Roboto"/>
                <a:ea typeface="Roboto"/>
                <a:cs typeface="Roboto"/>
              </a:defRPr>
            </a:pPr>
            <a:r>
              <a:rPr sz="1575" b="1">
                <a:solidFill>
                  <a:srgbClr val="FFFFFF"/>
                </a:solidFill>
                <a:latin typeface="Roboto"/>
                <a:ea typeface="Roboto"/>
                <a:cs typeface="Roboto"/>
              </a:rPr>
              <a:t>verify.yml</a:t>
            </a:r>
            <a:endParaRPr sz="1500" b="1">
              <a:solidFill>
                <a:schemeClr val="lt2"/>
              </a:solidFill>
              <a:latin typeface="Roboto"/>
              <a:ea typeface="Roboto"/>
              <a:cs typeface="Roboto"/>
            </a:endParaRPr>
          </a:p>
        </p:txBody>
      </p:sp>
      <p:sp>
        <p:nvSpPr>
          <p:cNvPr id="10" name="ha_13">
            <a:extLst xmlns:a="http://schemas.openxmlformats.org/drawingml/2006/main">
              <a:ext uri="{FF2B5EF4-FFF2-40B4-BE49-F238E27FC236}">
                <a16:creationId xmlns:a16="http://schemas.microsoft.com/office/drawing/2014/main" id="{57DDA081-AA93-4C96-9752-B4E10C7BF75A}"/>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13</a:t>
            </a:r>
          </a:p>
        </p:txBody>
      </p:sp>
      <p:sp>
        <p:nvSpPr>
          <p:cNvPr id="11" name="ha_Создаёт&#10;виртуальные машины">
            <a:extLst xmlns:a="http://schemas.openxmlformats.org/drawingml/2006/main">
              <a:ext uri="{FF2B5EF4-FFF2-40B4-BE49-F238E27FC236}">
                <a16:creationId xmlns:a16="http://schemas.microsoft.com/office/drawing/2014/main" id="{B06D0120-6732-4A5E-A95A-55952CF60736}"/>
              </a:ext>
            </a:extLst>
          </p:cNvPr>
          <p:cNvSpPr>
            <a:spLocks xmlns:a="http://schemas.openxmlformats.org/drawingml/2006/main" noGrp="1"/>
          </p:cNvSpPr>
          <p:nvPr/>
        </p:nvSpPr>
        <p:spPr>
          <a:xfrm xmlns:a="http://schemas.openxmlformats.org/drawingml/2006/main">
            <a:off x="942975" y="2952750"/>
            <a:ext cx="171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Создаёт</a:t>
            </a:r>
          </a:p>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виртуальные машины</a:t>
            </a:r>
          </a:p>
        </p:txBody>
      </p:sp>
      <p:sp>
        <p:nvSpPr>
          <p:cNvPr id="12" name="ha_Задаёт адреса&#10;подключения">
            <a:extLst xmlns:a="http://schemas.openxmlformats.org/drawingml/2006/main">
              <a:ext uri="{FF2B5EF4-FFF2-40B4-BE49-F238E27FC236}">
                <a16:creationId xmlns:a16="http://schemas.microsoft.com/office/drawing/2014/main" id="{3A215982-A081-4B30-90F4-D4FAEB9326EA}"/>
              </a:ext>
            </a:extLst>
          </p:cNvPr>
          <p:cNvSpPr>
            <a:spLocks xmlns:a="http://schemas.openxmlformats.org/drawingml/2006/main" noGrp="1"/>
          </p:cNvSpPr>
          <p:nvPr/>
        </p:nvSpPr>
        <p:spPr>
          <a:xfrm xmlns:a="http://schemas.openxmlformats.org/drawingml/2006/main">
            <a:off x="2752725" y="2952750"/>
            <a:ext cx="171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Задаёт адреса</a:t>
            </a:r>
          </a:p>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подключения</a:t>
            </a:r>
          </a:p>
        </p:txBody>
      </p:sp>
      <p:sp>
        <p:nvSpPr>
          <p:cNvPr id="13" name="ha_Настраивает&#10;сервисы">
            <a:extLst xmlns:a="http://schemas.openxmlformats.org/drawingml/2006/main">
              <a:ext uri="{FF2B5EF4-FFF2-40B4-BE49-F238E27FC236}">
                <a16:creationId xmlns:a16="http://schemas.microsoft.com/office/drawing/2014/main" id="{0D224D50-169B-4FCE-B3AC-68B8D253484B}"/>
              </a:ext>
            </a:extLst>
          </p:cNvPr>
          <p:cNvSpPr>
            <a:spLocks xmlns:a="http://schemas.openxmlformats.org/drawingml/2006/main" noGrp="1"/>
          </p:cNvSpPr>
          <p:nvPr/>
        </p:nvSpPr>
        <p:spPr>
          <a:xfrm xmlns:a="http://schemas.openxmlformats.org/drawingml/2006/main">
            <a:off x="4562475" y="2952750"/>
            <a:ext cx="171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Настраивает</a:t>
            </a:r>
          </a:p>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сервисы</a:t>
            </a:r>
          </a:p>
        </p:txBody>
      </p:sp>
      <p:sp>
        <p:nvSpPr>
          <p:cNvPr id="14" name="ha_Проверяет&#10;результат">
            <a:extLst xmlns:a="http://schemas.openxmlformats.org/drawingml/2006/main">
              <a:ext uri="{FF2B5EF4-FFF2-40B4-BE49-F238E27FC236}">
                <a16:creationId xmlns:a16="http://schemas.microsoft.com/office/drawing/2014/main" id="{BEB7C3F3-A351-4699-9EF3-8A8A90469103}"/>
              </a:ext>
            </a:extLst>
          </p:cNvPr>
          <p:cNvSpPr>
            <a:spLocks xmlns:a="http://schemas.openxmlformats.org/drawingml/2006/main" noGrp="1"/>
          </p:cNvSpPr>
          <p:nvPr/>
        </p:nvSpPr>
        <p:spPr>
          <a:xfrm xmlns:a="http://schemas.openxmlformats.org/drawingml/2006/main">
            <a:off x="6372225" y="2952750"/>
            <a:ext cx="171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Проверяет</a:t>
            </a:r>
          </a:p>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результат</a:t>
            </a:r>
          </a:p>
        </p:txBody>
      </p:sp>
    </p:spTree>
    <p:extLst>
      <p:ext uri="{BB962C8B-B14F-4D97-AF65-F5344CB8AC3E}">
        <p14:creationId xmlns:p14="http://schemas.microsoft.com/office/powerpoint/2010/main" val="110749826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Google Shape;608;p76">
            <a:extLst xmlns:a="http://schemas.openxmlformats.org/drawingml/2006/main">
              <a:ext uri="{FF2B5EF4-FFF2-40B4-BE49-F238E27FC236}">
                <a16:creationId xmlns:a16="http://schemas.microsoft.com/office/drawing/2014/main" id="{7FAD0DA5-A407-47B6-95C3-E8D54D1FFBFF}"/>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Проверка отказов</a:t>
            </a:r>
            <a:endParaRPr/>
          </a:p>
        </p:txBody>
      </p:sp>
      <p:sp>
        <p:nvSpPr>
          <p:cNvPr id="2" name="ha_14">
            <a:extLst xmlns:a="http://schemas.openxmlformats.org/drawingml/2006/main">
              <a:ext uri="{FF2B5EF4-FFF2-40B4-BE49-F238E27FC236}">
                <a16:creationId xmlns:a16="http://schemas.microsoft.com/office/drawing/2014/main" id="{44D9C794-442C-4B74-8D6B-D7FBEE8FD25E}"/>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14</a:t>
            </a:r>
          </a:p>
        </p:txBody>
      </p:sp>
      <p:graphicFrame>
        <p:nvGraphicFramePr>
          <p:cNvPr id="6" name=""/>
          <p:cNvGraphicFramePr/>
          <p:nvPr/>
        </p:nvGraphicFramePr>
        <p:xfrm>
          <a:off xmlns:a="http://schemas.openxmlformats.org/drawingml/2006/main" x="666750" y="1381125"/>
          <a:ext xmlns:a="http://schemas.openxmlformats.org/drawingml/2006/main" cx="7810500" cy="3200400"/>
        </p:xfrm>
        <a:graphic xmlns:a="http://schemas.openxmlformats.org/drawingml/2006/main">
          <a:graphicData uri="http://schemas.openxmlformats.org/drawingml/2006/table">
            <a:tbl>
              <a:tblPr/>
              <a:tblGrid>
                <a:gridCol w="3238500"/>
                <a:gridCol w="4572000"/>
              </a:tblGrid>
              <a:tr h="533400">
                <a:tc>
                  <a:txBody>
                    <a:bodyPr/>
                    <a:lstStyle/>
                    <a:p>
                      <a:r>
                        <a:rPr sz="1500" b="1">
                          <a:solidFill>
                            <a:srgbClr val="4931AA"/>
                          </a:solidFill>
                          <a:latin typeface="Roboto"/>
                          <a:ea typeface="Roboto"/>
                          <a:cs typeface="Roboto"/>
                        </a:rPr>
                        <a:t>Отказ</a:t>
                      </a:r>
                    </a:p>
                  </a:txBody>
                  <a:tcPr marL="114300" marR="95250" marT="85725" marB="76200" anchor="ctr">
                    <a:solidFill>
                      <a:srgbClr val="F6F4FC"/>
                    </a:solidFill>
                  </a:tcPr>
                </a:tc>
                <a:tc>
                  <a:txBody>
                    <a:bodyPr/>
                    <a:lstStyle/>
                    <a:p>
                      <a:r>
                        <a:rPr sz="1500" b="1">
                          <a:solidFill>
                            <a:srgbClr val="4931AA"/>
                          </a:solidFill>
                          <a:latin typeface="Roboto"/>
                          <a:ea typeface="Roboto"/>
                          <a:cs typeface="Roboto"/>
                        </a:rPr>
                        <a:t>Результат</a:t>
                      </a:r>
                    </a:p>
                  </a:txBody>
                  <a:tcPr marL="114300" marR="95250" marT="85725" marB="76200" anchor="ctr">
                    <a:solidFill>
                      <a:srgbClr val="F6F4FC"/>
                    </a:solidFill>
                  </a:tcPr>
                </a:tc>
              </a:tr>
              <a:tr h="533400">
                <a:tc>
                  <a:txBody>
                    <a:bodyPr/>
                    <a:lstStyle/>
                    <a:p>
                      <a:r>
                        <a:rPr sz="1500">
                          <a:solidFill>
                            <a:srgbClr val="111111"/>
                          </a:solidFill>
                          <a:latin typeface="Roboto"/>
                          <a:ea typeface="Roboto"/>
                          <a:cs typeface="Roboto"/>
                        </a:rPr>
                        <a:t>Flask на app1</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Статьи через app2</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VM app2</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Статьи через app1</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Primary / VM app1</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Статьи недоступны</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Nginx / VM web</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CMS недоступна</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VM elk</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Наблюдаемость недоступна</a:t>
                      </a:r>
                    </a:p>
                  </a:txBody>
                  <a:tcPr marL="114300" marR="95250" marT="85725" marB="76200" anchor="ctr">
                    <a:solidFill>
                      <a:srgbClr val="FFFFFF"/>
                    </a:solidFill>
                  </a:tcPr>
                </a:tc>
              </a:tr>
            </a:tbl>
          </a:graphicData>
        </a:graphic>
      </p:graphicFrame>
    </p:spTree>
    <p:extLst>
      <p:ext uri="{BB962C8B-B14F-4D97-AF65-F5344CB8AC3E}">
        <p14:creationId xmlns:p14="http://schemas.microsoft.com/office/powerpoint/2010/main" val="71082517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3" name="Google Shape;410;p59">
            <a:extLst xmlns:a="http://schemas.openxmlformats.org/drawingml/2006/main">
              <a:ext uri="{FF2B5EF4-FFF2-40B4-BE49-F238E27FC236}">
                <a16:creationId xmlns:a16="http://schemas.microsoft.com/office/drawing/2014/main" id="{FFBED3C1-9896-4C93-960D-8A35E81FBA25}"/>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Что подтверждают проверки</a:t>
            </a:r>
            <a:endParaRPr>
              <a:solidFill>
                <a:srgbClr val="050505"/>
              </a:solidFill>
            </a:endParaRPr>
          </a:p>
        </p:txBody>
      </p:sp>
      <p:sp>
        <p:nvSpPr>
          <p:cNvPr id="2" name="ha_15">
            <a:extLst xmlns:a="http://schemas.openxmlformats.org/drawingml/2006/main">
              <a:ext uri="{FF2B5EF4-FFF2-40B4-BE49-F238E27FC236}">
                <a16:creationId xmlns:a16="http://schemas.microsoft.com/office/drawing/2014/main" id="{C86276F1-5F8E-4320-9E83-159BB257999C}"/>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15</a:t>
            </a:r>
          </a:p>
        </p:txBody>
      </p:sp>
      <p:sp>
        <p:nvSpPr>
          <p:cNvPr id="3" name="ha_1.">
            <a:extLst xmlns:a="http://schemas.openxmlformats.org/drawingml/2006/main">
              <a:ext uri="{FF2B5EF4-FFF2-40B4-BE49-F238E27FC236}">
                <a16:creationId xmlns:a16="http://schemas.microsoft.com/office/drawing/2014/main" id="{5C88EF0E-750B-4EBD-B41C-9A1CE909F56F}"/>
              </a:ext>
            </a:extLst>
          </p:cNvPr>
          <p:cNvSpPr>
            <a:spLocks xmlns:a="http://schemas.openxmlformats.org/drawingml/2006/main" noGrp="1"/>
          </p:cNvSpPr>
          <p:nvPr/>
        </p:nvSpPr>
        <p:spPr>
          <a:xfrm xmlns:a="http://schemas.openxmlformats.org/drawingml/2006/main">
            <a:off x="762000" y="14287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1.</a:t>
            </a:r>
          </a:p>
        </p:txBody>
      </p:sp>
      <p:sp>
        <p:nvSpPr>
          <p:cNvPr id="4" name="ha_HTTPS и оба backend">
            <a:extLst xmlns:a="http://schemas.openxmlformats.org/drawingml/2006/main">
              <a:ext uri="{FF2B5EF4-FFF2-40B4-BE49-F238E27FC236}">
                <a16:creationId xmlns:a16="http://schemas.microsoft.com/office/drawing/2014/main" id="{96A5EED6-EBB1-4313-82A4-D763DE53B3FA}"/>
              </a:ext>
            </a:extLst>
          </p:cNvPr>
          <p:cNvSpPr>
            <a:spLocks xmlns:a="http://schemas.openxmlformats.org/drawingml/2006/main" noGrp="1"/>
          </p:cNvSpPr>
          <p:nvPr/>
        </p:nvSpPr>
        <p:spPr>
          <a:xfrm xmlns:a="http://schemas.openxmlformats.org/drawingml/2006/main">
            <a:off x="1333500" y="14287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HTTPS и оба backend</a:t>
            </a:r>
          </a:p>
        </p:txBody>
      </p:sp>
      <p:sp>
        <p:nvSpPr>
          <p:cNvPr id="5" name="ha_2.">
            <a:extLst xmlns:a="http://schemas.openxmlformats.org/drawingml/2006/main">
              <a:ext uri="{FF2B5EF4-FFF2-40B4-BE49-F238E27FC236}">
                <a16:creationId xmlns:a16="http://schemas.microsoft.com/office/drawing/2014/main" id="{4B62549C-19A5-4C9C-937C-E59E83EB38B1}"/>
              </a:ext>
            </a:extLst>
          </p:cNvPr>
          <p:cNvSpPr>
            <a:spLocks xmlns:a="http://schemas.openxmlformats.org/drawingml/2006/main" noGrp="1"/>
          </p:cNvSpPr>
          <p:nvPr/>
        </p:nvSpPr>
        <p:spPr>
          <a:xfrm xmlns:a="http://schemas.openxmlformats.org/drawingml/2006/main">
            <a:off x="762000" y="20193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2.</a:t>
            </a:r>
          </a:p>
        </p:txBody>
      </p:sp>
      <p:sp>
        <p:nvSpPr>
          <p:cNvPr id="6" name="ha_Создание и чтение статьи">
            <a:extLst xmlns:a="http://schemas.openxmlformats.org/drawingml/2006/main">
              <a:ext uri="{FF2B5EF4-FFF2-40B4-BE49-F238E27FC236}">
                <a16:creationId xmlns:a16="http://schemas.microsoft.com/office/drawing/2014/main" id="{6C72FD93-3F10-4D9F-B0CD-0A10EE50D8EC}"/>
              </a:ext>
            </a:extLst>
          </p:cNvPr>
          <p:cNvSpPr>
            <a:spLocks xmlns:a="http://schemas.openxmlformats.org/drawingml/2006/main" noGrp="1"/>
          </p:cNvSpPr>
          <p:nvPr/>
        </p:nvSpPr>
        <p:spPr>
          <a:xfrm xmlns:a="http://schemas.openxmlformats.org/drawingml/2006/main">
            <a:off x="1333500" y="20193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Создание и чтение статьи</a:t>
            </a:r>
          </a:p>
        </p:txBody>
      </p:sp>
      <p:sp>
        <p:nvSpPr>
          <p:cNvPr id="7" name="ha_3.">
            <a:extLst xmlns:a="http://schemas.openxmlformats.org/drawingml/2006/main">
              <a:ext uri="{FF2B5EF4-FFF2-40B4-BE49-F238E27FC236}">
                <a16:creationId xmlns:a16="http://schemas.microsoft.com/office/drawing/2014/main" id="{002A5827-9CC4-4D6A-8CF3-B0F8B1496A3D}"/>
              </a:ext>
            </a:extLst>
          </p:cNvPr>
          <p:cNvSpPr>
            <a:spLocks xmlns:a="http://schemas.openxmlformats.org/drawingml/2006/main" noGrp="1"/>
          </p:cNvSpPr>
          <p:nvPr/>
        </p:nvSpPr>
        <p:spPr>
          <a:xfrm xmlns:a="http://schemas.openxmlformats.org/drawingml/2006/main">
            <a:off x="762000" y="26098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3.</a:t>
            </a:r>
          </a:p>
        </p:txBody>
      </p:sp>
      <p:sp>
        <p:nvSpPr>
          <p:cNvPr id="8" name="ha_Передача статьи на standby">
            <a:extLst xmlns:a="http://schemas.openxmlformats.org/drawingml/2006/main">
              <a:ext uri="{FF2B5EF4-FFF2-40B4-BE49-F238E27FC236}">
                <a16:creationId xmlns:a16="http://schemas.microsoft.com/office/drawing/2014/main" id="{858D75F8-BE08-4633-96D9-7B527A716E13}"/>
              </a:ext>
            </a:extLst>
          </p:cNvPr>
          <p:cNvSpPr>
            <a:spLocks xmlns:a="http://schemas.openxmlformats.org/drawingml/2006/main" noGrp="1"/>
          </p:cNvSpPr>
          <p:nvPr/>
        </p:nvSpPr>
        <p:spPr>
          <a:xfrm xmlns:a="http://schemas.openxmlformats.org/drawingml/2006/main">
            <a:off x="1333500" y="26098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Передача статьи на standby</a:t>
            </a:r>
          </a:p>
        </p:txBody>
      </p:sp>
      <p:sp>
        <p:nvSpPr>
          <p:cNvPr id="9" name="ha_4.">
            <a:extLst xmlns:a="http://schemas.openxmlformats.org/drawingml/2006/main">
              <a:ext uri="{FF2B5EF4-FFF2-40B4-BE49-F238E27FC236}">
                <a16:creationId xmlns:a16="http://schemas.microsoft.com/office/drawing/2014/main" id="{526CA3F4-97CF-49F9-94B2-C5D9E556F865}"/>
              </a:ext>
            </a:extLst>
          </p:cNvPr>
          <p:cNvSpPr>
            <a:spLocks xmlns:a="http://schemas.openxmlformats.org/drawingml/2006/main" noGrp="1"/>
          </p:cNvSpPr>
          <p:nvPr/>
        </p:nvSpPr>
        <p:spPr>
          <a:xfrm xmlns:a="http://schemas.openxmlformats.org/drawingml/2006/main">
            <a:off x="762000" y="32004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4.</a:t>
            </a:r>
          </a:p>
        </p:txBody>
      </p:sp>
      <p:sp>
        <p:nvSpPr>
          <p:cNvPr id="10" name="ha_Метрики, журналы и backup">
            <a:extLst xmlns:a="http://schemas.openxmlformats.org/drawingml/2006/main">
              <a:ext uri="{FF2B5EF4-FFF2-40B4-BE49-F238E27FC236}">
                <a16:creationId xmlns:a16="http://schemas.microsoft.com/office/drawing/2014/main" id="{68110320-6368-400D-81A6-4D3F772F79E5}"/>
              </a:ext>
            </a:extLst>
          </p:cNvPr>
          <p:cNvSpPr>
            <a:spLocks xmlns:a="http://schemas.openxmlformats.org/drawingml/2006/main" noGrp="1"/>
          </p:cNvSpPr>
          <p:nvPr/>
        </p:nvSpPr>
        <p:spPr>
          <a:xfrm xmlns:a="http://schemas.openxmlformats.org/drawingml/2006/main">
            <a:off x="1333500" y="32004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Метрики, журналы и backup</a:t>
            </a:r>
          </a:p>
        </p:txBody>
      </p:sp>
      <p:sp>
        <p:nvSpPr>
          <p:cNvPr id="11" name="ha_5.">
            <a:extLst xmlns:a="http://schemas.openxmlformats.org/drawingml/2006/main">
              <a:ext uri="{FF2B5EF4-FFF2-40B4-BE49-F238E27FC236}">
                <a16:creationId xmlns:a16="http://schemas.microsoft.com/office/drawing/2014/main" id="{6DD522D8-5079-44BE-9E2F-EA823997B2C0}"/>
              </a:ext>
            </a:extLst>
          </p:cNvPr>
          <p:cNvSpPr>
            <a:spLocks xmlns:a="http://schemas.openxmlformats.org/drawingml/2006/main" noGrp="1"/>
          </p:cNvSpPr>
          <p:nvPr/>
        </p:nvSpPr>
        <p:spPr>
          <a:xfrm xmlns:a="http://schemas.openxmlformats.org/drawingml/2006/main">
            <a:off x="762000" y="37909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5.</a:t>
            </a:r>
          </a:p>
        </p:txBody>
      </p:sp>
      <p:sp>
        <p:nvSpPr>
          <p:cNvPr id="12" name="ha_Сохранённый прогон: failed=0, unrea">
            <a:extLst xmlns:a="http://schemas.openxmlformats.org/drawingml/2006/main">
              <a:ext uri="{FF2B5EF4-FFF2-40B4-BE49-F238E27FC236}">
                <a16:creationId xmlns:a16="http://schemas.microsoft.com/office/drawing/2014/main" id="{5063DAA1-02A4-40E2-87E0-79A0B765AB2C}"/>
              </a:ext>
            </a:extLst>
          </p:cNvPr>
          <p:cNvSpPr>
            <a:spLocks xmlns:a="http://schemas.openxmlformats.org/drawingml/2006/main" noGrp="1"/>
          </p:cNvSpPr>
          <p:nvPr/>
        </p:nvSpPr>
        <p:spPr>
          <a:xfrm xmlns:a="http://schemas.openxmlformats.org/drawingml/2006/main">
            <a:off x="1333500" y="37909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Сохранённый прогон: failed=0, unreachable=0</a:t>
            </a:r>
          </a:p>
        </p:txBody>
      </p:sp>
    </p:spTree>
    <p:extLst>
      <p:ext uri="{BB962C8B-B14F-4D97-AF65-F5344CB8AC3E}">
        <p14:creationId xmlns:p14="http://schemas.microsoft.com/office/powerpoint/2010/main" val="20248506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Google Shape;602;p75">
            <a:extLst xmlns:a="http://schemas.openxmlformats.org/drawingml/2006/main">
              <a:ext uri="{FF2B5EF4-FFF2-40B4-BE49-F238E27FC236}">
                <a16:creationId xmlns:a16="http://schemas.microsoft.com/office/drawing/2014/main" id="{4D341813-3DBF-4220-99B1-3206428F32D4}"/>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Границы и развитие</a:t>
            </a:r>
            <a:endParaRPr/>
          </a:p>
        </p:txBody>
      </p:sp>
      <p:sp>
        <p:nvSpPr>
          <p:cNvPr id="2" name="ha_16">
            <a:extLst xmlns:a="http://schemas.openxmlformats.org/drawingml/2006/main">
              <a:ext uri="{FF2B5EF4-FFF2-40B4-BE49-F238E27FC236}">
                <a16:creationId xmlns:a16="http://schemas.microsoft.com/office/drawing/2014/main" id="{8F1F0181-AA8F-4565-8377-81636286EEFC}"/>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16</a:t>
            </a:r>
          </a:p>
        </p:txBody>
      </p:sp>
      <p:graphicFrame>
        <p:nvGraphicFramePr>
          <p:cNvPr id="6" name=""/>
          <p:cNvGraphicFramePr/>
          <p:nvPr/>
        </p:nvGraphicFramePr>
        <p:xfrm>
          <a:off xmlns:a="http://schemas.openxmlformats.org/drawingml/2006/main" x="666750" y="1381125"/>
          <a:ext xmlns:a="http://schemas.openxmlformats.org/drawingml/2006/main" cx="7810500" cy="2667000"/>
        </p:xfrm>
        <a:graphic xmlns:a="http://schemas.openxmlformats.org/drawingml/2006/main">
          <a:graphicData uri="http://schemas.openxmlformats.org/drawingml/2006/table">
            <a:tbl>
              <a:tblPr/>
              <a:tblGrid>
                <a:gridCol w="3238500"/>
                <a:gridCol w="4572000"/>
              </a:tblGrid>
              <a:tr h="533400">
                <a:tc>
                  <a:txBody>
                    <a:bodyPr/>
                    <a:lstStyle/>
                    <a:p>
                      <a:r>
                        <a:rPr sz="1500" b="1">
                          <a:solidFill>
                            <a:srgbClr val="4931AA"/>
                          </a:solidFill>
                          <a:latin typeface="Roboto"/>
                          <a:ea typeface="Roboto"/>
                          <a:cs typeface="Roboto"/>
                        </a:rPr>
                        <a:t>Ограничение</a:t>
                      </a:r>
                    </a:p>
                  </a:txBody>
                  <a:tcPr marL="114300" marR="95250" marT="85725" marB="76200" anchor="ctr">
                    <a:solidFill>
                      <a:srgbClr val="F6F4FC"/>
                    </a:solidFill>
                  </a:tcPr>
                </a:tc>
                <a:tc>
                  <a:txBody>
                    <a:bodyPr/>
                    <a:lstStyle/>
                    <a:p>
                      <a:r>
                        <a:rPr sz="1500" b="1">
                          <a:solidFill>
                            <a:srgbClr val="4931AA"/>
                          </a:solidFill>
                          <a:latin typeface="Roboto"/>
                          <a:ea typeface="Roboto"/>
                          <a:cs typeface="Roboto"/>
                        </a:rPr>
                        <a:t>Следующий шаг</a:t>
                      </a:r>
                    </a:p>
                  </a:txBody>
                  <a:tcPr marL="114300" marR="95250" marT="85725" marB="76200" anchor="ctr">
                    <a:solidFill>
                      <a:srgbClr val="F6F4FC"/>
                    </a:solidFill>
                  </a:tcPr>
                </a:tc>
              </a:tr>
              <a:tr h="533400">
                <a:tc>
                  <a:txBody>
                    <a:bodyPr/>
                    <a:lstStyle/>
                    <a:p>
                      <a:r>
                        <a:rPr sz="1500">
                          <a:solidFill>
                            <a:srgbClr val="111111"/>
                          </a:solidFill>
                          <a:latin typeface="Roboto"/>
                          <a:ea typeface="Roboto"/>
                          <a:cs typeface="Roboto"/>
                        </a:rPr>
                        <a:t>Единственный web</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Резервный входной узел</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Единственная рабочая primary</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Управляемый failover БД</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Backup рядом с БД</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Внешние копии, тест restore</a:t>
                      </a:r>
                    </a:p>
                  </a:txBody>
                  <a:tcPr marL="114300" marR="95250" marT="85725" marB="76200" anchor="ctr">
                    <a:solidFill>
                      <a:srgbClr val="FFFFFF"/>
                    </a:solidFill>
                  </a:tcPr>
                </a:tc>
              </a:tr>
              <a:tr h="533400">
                <a:tc>
                  <a:txBody>
                    <a:bodyPr/>
                    <a:lstStyle/>
                    <a:p>
                      <a:r>
                        <a:rPr sz="1500">
                          <a:solidFill>
                            <a:srgbClr val="111111"/>
                          </a:solidFill>
                          <a:latin typeface="Roboto"/>
                          <a:ea typeface="Roboto"/>
                          <a:cs typeface="Roboto"/>
                        </a:rPr>
                        <a:t>Единственный elk</a:t>
                      </a:r>
                    </a:p>
                  </a:txBody>
                  <a:tcPr marL="114300" marR="95250" marT="85725" marB="76200" anchor="ctr">
                    <a:solidFill>
                      <a:srgbClr val="FFFFFF"/>
                    </a:solidFill>
                  </a:tcPr>
                </a:tc>
                <a:tc>
                  <a:txBody>
                    <a:bodyPr/>
                    <a:lstStyle/>
                    <a:p>
                      <a:r>
                        <a:rPr sz="1500">
                          <a:solidFill>
                            <a:srgbClr val="111111"/>
                          </a:solidFill>
                          <a:latin typeface="Roboto"/>
                          <a:ea typeface="Roboto"/>
                          <a:cs typeface="Roboto"/>
                        </a:rPr>
                        <a:t>Независимый контроль</a:t>
                      </a:r>
                    </a:p>
                  </a:txBody>
                  <a:tcPr marL="114300" marR="95250" marT="85725" marB="76200" anchor="ctr">
                    <a:solidFill>
                      <a:srgbClr val="FFFFFF"/>
                    </a:solidFill>
                  </a:tcPr>
                </a:tc>
              </a:tr>
            </a:tbl>
          </a:graphicData>
        </a:graphic>
      </p:graphicFrame>
    </p:spTree>
    <p:extLst>
      <p:ext uri="{BB962C8B-B14F-4D97-AF65-F5344CB8AC3E}">
        <p14:creationId xmlns:p14="http://schemas.microsoft.com/office/powerpoint/2010/main" val="117033911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Google Shape;204;p41">
            <a:extLst xmlns:a="http://schemas.openxmlformats.org/drawingml/2006/main">
              <a:ext uri="{FF2B5EF4-FFF2-40B4-BE49-F238E27FC236}">
                <a16:creationId xmlns:a16="http://schemas.microsoft.com/office/drawing/2014/main" id="{8894E466-200F-4B3F-924F-171466E16DB4}"/>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Работающая CMS</a:t>
            </a:r>
            <a:endParaRPr sz="3000"/>
          </a:p>
        </p:txBody>
      </p:sp>
      <p:sp>
        <p:nvSpPr>
          <p:cNvPr id="2" name="ha_17">
            <a:extLst xmlns:a="http://schemas.openxmlformats.org/drawingml/2006/main">
              <a:ext uri="{FF2B5EF4-FFF2-40B4-BE49-F238E27FC236}">
                <a16:creationId xmlns:a16="http://schemas.microsoft.com/office/drawing/2014/main" id="{DF111E72-6217-481D-8DC7-236CF255CAB3}"/>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17</a:t>
            </a:r>
          </a:p>
        </p:txBody>
      </p:sp>
      <p:sp>
        <p:nvSpPr>
          <p:cNvPr id="3" name="ha_Создание, просмотр и удаление стате">
            <a:extLst xmlns:a="http://schemas.openxmlformats.org/drawingml/2006/main">
              <a:ext uri="{FF2B5EF4-FFF2-40B4-BE49-F238E27FC236}">
                <a16:creationId xmlns:a16="http://schemas.microsoft.com/office/drawing/2014/main" id="{3BB3E2C3-57B0-4CA2-BC19-961275A0B460}"/>
              </a:ext>
            </a:extLst>
          </p:cNvPr>
          <p:cNvSpPr>
            <a:spLocks xmlns:a="http://schemas.openxmlformats.org/drawingml/2006/main" noGrp="1"/>
          </p:cNvSpPr>
          <p:nvPr/>
        </p:nvSpPr>
        <p:spPr>
          <a:xfrm xmlns:a="http://schemas.openxmlformats.org/drawingml/2006/main">
            <a:off x="619125" y="1066800"/>
            <a:ext cx="7905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00" b="0">
                <a:solidFill>
                  <a:srgbClr val="4931AA"/>
                </a:solidFill>
                <a:latin typeface="Roboto"/>
                <a:ea typeface="Roboto"/>
                <a:cs typeface="Roboto"/>
              </a:defRPr>
            </a:pPr>
            <a:r>
              <a:rPr sz="1500" b="0">
                <a:solidFill>
                  <a:srgbClr val="4931AA"/>
                </a:solidFill>
                <a:latin typeface="Roboto"/>
                <a:ea typeface="Roboto"/>
                <a:cs typeface="Roboto"/>
              </a:rPr>
              <a:t>Создание, просмотр и удаление статей</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a641d9d6fff4c56"/>
          <a:stretch xmlns:a="http://schemas.openxmlformats.org/drawingml/2006/main"/>
        </p:blipFill>
        <p:spPr>
          <a:xfrm xmlns:a="http://schemas.openxmlformats.org/drawingml/2006/main">
            <a:off x="2137410" y="1428750"/>
            <a:ext cx="4869180" cy="3381375"/>
          </a:xfrm>
          <a:prstGeom xmlns:a="http://schemas.openxmlformats.org/drawingml/2006/main" prst="rect">
            <a:avLst/>
          </a:prstGeom>
        </p:spPr>
      </p:pic>
    </p:spTree>
    <p:extLst>
      <p:ext uri="{BB962C8B-B14F-4D97-AF65-F5344CB8AC3E}">
        <p14:creationId xmlns:p14="http://schemas.microsoft.com/office/powerpoint/2010/main" val="19609112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Google Shape;204;p41">
            <a:extLst xmlns:a="http://schemas.openxmlformats.org/drawingml/2006/main">
              <a:ext uri="{FF2B5EF4-FFF2-40B4-BE49-F238E27FC236}">
                <a16:creationId xmlns:a16="http://schemas.microsoft.com/office/drawing/2014/main" id="{8894E466-200F-4B3F-924F-171466E16DB4}"/>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Панель Grafana</a:t>
            </a:r>
            <a:endParaRPr sz="3000"/>
          </a:p>
        </p:txBody>
      </p:sp>
      <p:sp>
        <p:nvSpPr>
          <p:cNvPr id="2" name="ha_18">
            <a:extLst xmlns:a="http://schemas.openxmlformats.org/drawingml/2006/main">
              <a:ext uri="{FF2B5EF4-FFF2-40B4-BE49-F238E27FC236}">
                <a16:creationId xmlns:a16="http://schemas.microsoft.com/office/drawing/2014/main" id="{F88A5A71-63B5-4607-A405-445611A38EFD}"/>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18</a:t>
            </a:r>
          </a:p>
        </p:txBody>
      </p:sp>
      <p:sp>
        <p:nvSpPr>
          <p:cNvPr id="3" name="ha_Состояние инфраструктуры в одной па">
            <a:extLst xmlns:a="http://schemas.openxmlformats.org/drawingml/2006/main">
              <a:ext uri="{FF2B5EF4-FFF2-40B4-BE49-F238E27FC236}">
                <a16:creationId xmlns:a16="http://schemas.microsoft.com/office/drawing/2014/main" id="{D85F4F52-4A92-4914-B4C4-1376CA081890}"/>
              </a:ext>
            </a:extLst>
          </p:cNvPr>
          <p:cNvSpPr>
            <a:spLocks xmlns:a="http://schemas.openxmlformats.org/drawingml/2006/main" noGrp="1"/>
          </p:cNvSpPr>
          <p:nvPr/>
        </p:nvSpPr>
        <p:spPr>
          <a:xfrm xmlns:a="http://schemas.openxmlformats.org/drawingml/2006/main">
            <a:off x="619125" y="1066800"/>
            <a:ext cx="7905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00" b="0">
                <a:solidFill>
                  <a:srgbClr val="4931AA"/>
                </a:solidFill>
                <a:latin typeface="Roboto"/>
                <a:ea typeface="Roboto"/>
                <a:cs typeface="Roboto"/>
              </a:defRPr>
            </a:pPr>
            <a:r>
              <a:rPr sz="1500" b="0">
                <a:solidFill>
                  <a:srgbClr val="4931AA"/>
                </a:solidFill>
                <a:latin typeface="Roboto"/>
                <a:ea typeface="Roboto"/>
                <a:cs typeface="Roboto"/>
              </a:rPr>
              <a:t>Состояние инфраструктуры в одной панели</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3b6a71589a54586"/>
          <a:stretch xmlns:a="http://schemas.openxmlformats.org/drawingml/2006/main"/>
        </p:blipFill>
        <p:spPr>
          <a:xfrm xmlns:a="http://schemas.openxmlformats.org/drawingml/2006/main">
            <a:off x="1566333" y="1428750"/>
            <a:ext cx="6011333" cy="3381375"/>
          </a:xfrm>
          <a:prstGeom xmlns:a="http://schemas.openxmlformats.org/drawingml/2006/main" prst="rect">
            <a:avLst/>
          </a:prstGeom>
        </p:spPr>
      </p:pic>
    </p:spTree>
    <p:extLst>
      <p:ext uri="{BB962C8B-B14F-4D97-AF65-F5344CB8AC3E}">
        <p14:creationId xmlns:p14="http://schemas.microsoft.com/office/powerpoint/2010/main" val="19609112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Google Shape;204;p41">
            <a:extLst xmlns:a="http://schemas.openxmlformats.org/drawingml/2006/main">
              <a:ext uri="{FF2B5EF4-FFF2-40B4-BE49-F238E27FC236}">
                <a16:creationId xmlns:a16="http://schemas.microsoft.com/office/drawing/2014/main" id="{8894E466-200F-4B3F-924F-171466E16DB4}"/>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Проверки Prometheus</a:t>
            </a:r>
            <a:endParaRPr sz="3000"/>
          </a:p>
        </p:txBody>
      </p:sp>
      <p:sp>
        <p:nvSpPr>
          <p:cNvPr id="2" name="ha_19">
            <a:extLst xmlns:a="http://schemas.openxmlformats.org/drawingml/2006/main">
              <a:ext uri="{FF2B5EF4-FFF2-40B4-BE49-F238E27FC236}">
                <a16:creationId xmlns:a16="http://schemas.microsoft.com/office/drawing/2014/main" id="{F3909F67-736D-44F8-A113-1F7FD29FBF54}"/>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19</a:t>
            </a:r>
          </a:p>
        </p:txBody>
      </p:sp>
      <p:sp>
        <p:nvSpPr>
          <p:cNvPr id="3" name="ha_Сбор метрик и доступность целей">
            <a:extLst xmlns:a="http://schemas.openxmlformats.org/drawingml/2006/main">
              <a:ext uri="{FF2B5EF4-FFF2-40B4-BE49-F238E27FC236}">
                <a16:creationId xmlns:a16="http://schemas.microsoft.com/office/drawing/2014/main" id="{351B4CAB-0770-410F-992F-602B7A4775E7}"/>
              </a:ext>
            </a:extLst>
          </p:cNvPr>
          <p:cNvSpPr>
            <a:spLocks xmlns:a="http://schemas.openxmlformats.org/drawingml/2006/main" noGrp="1"/>
          </p:cNvSpPr>
          <p:nvPr/>
        </p:nvSpPr>
        <p:spPr>
          <a:xfrm xmlns:a="http://schemas.openxmlformats.org/drawingml/2006/main">
            <a:off x="619125" y="1066800"/>
            <a:ext cx="7905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00" b="0">
                <a:solidFill>
                  <a:srgbClr val="4931AA"/>
                </a:solidFill>
                <a:latin typeface="Roboto"/>
                <a:ea typeface="Roboto"/>
                <a:cs typeface="Roboto"/>
              </a:defRPr>
            </a:pPr>
            <a:r>
              <a:rPr sz="1500" b="0">
                <a:solidFill>
                  <a:srgbClr val="4931AA"/>
                </a:solidFill>
                <a:latin typeface="Roboto"/>
                <a:ea typeface="Roboto"/>
                <a:cs typeface="Roboto"/>
              </a:rPr>
              <a:t>Сбор метрик и доступность целей</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99c3f3bb4854131"/>
          <a:stretch xmlns:a="http://schemas.openxmlformats.org/drawingml/2006/main"/>
        </p:blipFill>
        <p:spPr>
          <a:xfrm xmlns:a="http://schemas.openxmlformats.org/drawingml/2006/main">
            <a:off x="1566333" y="1428750"/>
            <a:ext cx="6011333" cy="3381375"/>
          </a:xfrm>
          <a:prstGeom xmlns:a="http://schemas.openxmlformats.org/drawingml/2006/main" prst="rect">
            <a:avLst/>
          </a:prstGeom>
        </p:spPr>
      </p:pic>
    </p:spTree>
    <p:extLst>
      <p:ext uri="{BB962C8B-B14F-4D97-AF65-F5344CB8AC3E}">
        <p14:creationId xmlns:p14="http://schemas.microsoft.com/office/powerpoint/2010/main" val="19609112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Google Shape;204;p41">
            <a:extLst xmlns:a="http://schemas.openxmlformats.org/drawingml/2006/main">
              <a:ext uri="{FF2B5EF4-FFF2-40B4-BE49-F238E27FC236}">
                <a16:creationId xmlns:a16="http://schemas.microsoft.com/office/drawing/2014/main" id="{8894E466-200F-4B3F-924F-171466E16DB4}"/>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Журналы в Kibana</a:t>
            </a:r>
            <a:endParaRPr sz="3000"/>
          </a:p>
        </p:txBody>
      </p:sp>
      <p:sp>
        <p:nvSpPr>
          <p:cNvPr id="2" name="ha_20">
            <a:extLst xmlns:a="http://schemas.openxmlformats.org/drawingml/2006/main">
              <a:ext uri="{FF2B5EF4-FFF2-40B4-BE49-F238E27FC236}">
                <a16:creationId xmlns:a16="http://schemas.microsoft.com/office/drawing/2014/main" id="{543060C5-C162-481B-88AD-0D83B6E71613}"/>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20</a:t>
            </a:r>
          </a:p>
        </p:txBody>
      </p:sp>
      <p:sp>
        <p:nvSpPr>
          <p:cNvPr id="3" name="ha_Поиск событий приложения и Nginx">
            <a:extLst xmlns:a="http://schemas.openxmlformats.org/drawingml/2006/main">
              <a:ext uri="{FF2B5EF4-FFF2-40B4-BE49-F238E27FC236}">
                <a16:creationId xmlns:a16="http://schemas.microsoft.com/office/drawing/2014/main" id="{A5D34B26-5E49-4099-9C8B-0A662F84D142}"/>
              </a:ext>
            </a:extLst>
          </p:cNvPr>
          <p:cNvSpPr>
            <a:spLocks xmlns:a="http://schemas.openxmlformats.org/drawingml/2006/main" noGrp="1"/>
          </p:cNvSpPr>
          <p:nvPr/>
        </p:nvSpPr>
        <p:spPr>
          <a:xfrm xmlns:a="http://schemas.openxmlformats.org/drawingml/2006/main">
            <a:off x="619125" y="1066800"/>
            <a:ext cx="7905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00" b="0">
                <a:solidFill>
                  <a:srgbClr val="4931AA"/>
                </a:solidFill>
                <a:latin typeface="Roboto"/>
                <a:ea typeface="Roboto"/>
                <a:cs typeface="Roboto"/>
              </a:defRPr>
            </a:pPr>
            <a:r>
              <a:rPr sz="1500" b="0">
                <a:solidFill>
                  <a:srgbClr val="4931AA"/>
                </a:solidFill>
                <a:latin typeface="Roboto"/>
                <a:ea typeface="Roboto"/>
                <a:cs typeface="Roboto"/>
              </a:rPr>
              <a:t>Поиск событий приложения и Nginx</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976f8e95bd949ab"/>
          <a:stretch xmlns:a="http://schemas.openxmlformats.org/drawingml/2006/main"/>
        </p:blipFill>
        <p:spPr>
          <a:xfrm xmlns:a="http://schemas.openxmlformats.org/drawingml/2006/main">
            <a:off x="1566333" y="1428750"/>
            <a:ext cx="6011333" cy="3381375"/>
          </a:xfrm>
          <a:prstGeom xmlns:a="http://schemas.openxmlformats.org/drawingml/2006/main" prst="rect">
            <a:avLst/>
          </a:prstGeom>
        </p:spPr>
      </p:pic>
    </p:spTree>
    <p:extLst>
      <p:ext uri="{BB962C8B-B14F-4D97-AF65-F5344CB8AC3E}">
        <p14:creationId xmlns:p14="http://schemas.microsoft.com/office/powerpoint/2010/main" val="19609112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6" name="Google Shape;373;p54">
            <a:extLst xmlns:a="http://schemas.openxmlformats.org/drawingml/2006/main">
              <a:ext uri="{FF2B5EF4-FFF2-40B4-BE49-F238E27FC236}">
                <a16:creationId xmlns:a16="http://schemas.microsoft.com/office/drawing/2014/main" id="{7E595F37-8374-455C-BAEA-BB50729CD9DA}"/>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Видеодемонстрация</a:t>
            </a:r>
            <a:endParaRPr/>
          </a:p>
        </p:txBody>
      </p:sp>
      <p:sp>
        <p:nvSpPr>
          <p:cNvPr id="2" name="ha_21">
            <a:extLst xmlns:a="http://schemas.openxmlformats.org/drawingml/2006/main">
              <a:ext uri="{FF2B5EF4-FFF2-40B4-BE49-F238E27FC236}">
                <a16:creationId xmlns:a16="http://schemas.microsoft.com/office/drawing/2014/main" id="{B5C6C24B-9253-40EF-B7CD-5B05DEE80076}"/>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21</a:t>
            </a:r>
          </a:p>
        </p:txBody>
      </p:sp>
      <p:sp>
        <p:nvSpPr>
          <p:cNvPr id="3" name="ha_Рабочая система и проверка отказоус">
            <a:extLst xmlns:a="http://schemas.openxmlformats.org/drawingml/2006/main">
              <a:ext uri="{FF2B5EF4-FFF2-40B4-BE49-F238E27FC236}">
                <a16:creationId xmlns:a16="http://schemas.microsoft.com/office/drawing/2014/main" id="{13B292C3-8AEF-42CF-BD28-BF32D4C53847}"/>
              </a:ext>
            </a:extLst>
          </p:cNvPr>
          <p:cNvSpPr>
            <a:spLocks xmlns:a="http://schemas.openxmlformats.org/drawingml/2006/main" noGrp="1"/>
          </p:cNvSpPr>
          <p:nvPr/>
        </p:nvSpPr>
        <p:spPr>
          <a:xfrm xmlns:a="http://schemas.openxmlformats.org/drawingml/2006/main">
            <a:off x="714375" y="1485900"/>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950" b="1">
                <a:solidFill>
                  <a:srgbClr val="4931AA"/>
                </a:solidFill>
                <a:latin typeface="Roboto"/>
                <a:ea typeface="Roboto"/>
                <a:cs typeface="Roboto"/>
              </a:defRPr>
            </a:pPr>
            <a:r>
              <a:rPr sz="1950" b="1">
                <a:solidFill>
                  <a:srgbClr val="4931AA"/>
                </a:solidFill>
                <a:latin typeface="Roboto"/>
                <a:ea typeface="Roboto"/>
                <a:cs typeface="Roboto"/>
              </a:rPr>
              <a:t>Рабочая система и проверка отказоустойчивости</a:t>
            </a:r>
          </a:p>
        </p:txBody>
      </p:sp>
      <p:sp>
        <p:nvSpPr>
          <p:cNvPr id="4" name="ha_Видео на Яндекс Диске">
            <a:extLst xmlns:a="http://schemas.openxmlformats.org/drawingml/2006/main">
              <a:ext uri="{FF2B5EF4-FFF2-40B4-BE49-F238E27FC236}">
                <a16:creationId xmlns:a16="http://schemas.microsoft.com/office/drawing/2014/main" id="{A4CBED90-8C32-4B83-BAA4-3EA403910F30}"/>
              </a:ext>
            </a:extLst>
          </p:cNvPr>
          <p:cNvSpPr>
            <a:spLocks xmlns:a="http://schemas.openxmlformats.org/drawingml/2006/main" noGrp="1"/>
          </p:cNvSpPr>
          <p:nvPr/>
        </p:nvSpPr>
        <p:spPr>
          <a:xfrm xmlns:a="http://schemas.openxmlformats.org/drawingml/2006/main">
            <a:off x="714375" y="2476500"/>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4931AA"/>
                </a:solidFill>
                <a:latin typeface="Roboto"/>
                <a:ea typeface="Roboto"/>
                <a:cs typeface="Roboto"/>
              </a:defRPr>
            </a:pPr>
            <a:r>
              <a:rPr u="sng">
                <a:hlinkClick xmlns:r="http://schemas.openxmlformats.org/officeDocument/2006/relationships" r:id="R3ea111948d714f4d"/>
              </a:rPr>
              <a:t>Видео на Яндекс Диске</a:t>
            </a:r>
          </a:p>
        </p:txBody>
      </p:sp>
      <p:sp>
        <p:nvSpPr>
          <p:cNvPr id="5" name="ha_https://disk.yandex.ru/d/W1Pr0oxjZ0">
            <a:extLst xmlns:a="http://schemas.openxmlformats.org/drawingml/2006/main">
              <a:ext uri="{FF2B5EF4-FFF2-40B4-BE49-F238E27FC236}">
                <a16:creationId xmlns:a16="http://schemas.microsoft.com/office/drawing/2014/main" id="{09899291-80F2-432C-9E55-48D269098486}"/>
              </a:ext>
            </a:extLst>
          </p:cNvPr>
          <p:cNvSpPr>
            <a:spLocks xmlns:a="http://schemas.openxmlformats.org/drawingml/2006/main" noGrp="1"/>
          </p:cNvSpPr>
          <p:nvPr/>
        </p:nvSpPr>
        <p:spPr>
          <a:xfrm xmlns:a="http://schemas.openxmlformats.org/drawingml/2006/main">
            <a:off x="714375" y="331470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575" b="0">
                <a:solidFill>
                  <a:srgbClr val="111111"/>
                </a:solidFill>
                <a:latin typeface="Roboto"/>
                <a:ea typeface="Roboto"/>
                <a:cs typeface="Roboto"/>
              </a:defRPr>
            </a:pPr>
            <a:r>
              <a:rPr sz="1575" b="0">
                <a:solidFill>
                  <a:srgbClr val="111111"/>
                </a:solidFill>
                <a:latin typeface="Roboto"/>
                <a:ea typeface="Roboto"/>
                <a:cs typeface="Roboto"/>
              </a:rPr>
              <a:t>https://disk.yandex.ru/d/W1Pr0oxjZ0ZAIw</a:t>
            </a:r>
          </a:p>
        </p:txBody>
      </p:sp>
    </p:spTree>
    <p:extLst>
      <p:ext uri="{BB962C8B-B14F-4D97-AF65-F5344CB8AC3E}">
        <p14:creationId xmlns:p14="http://schemas.microsoft.com/office/powerpoint/2010/main" val="205569162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3" name="Google Shape;212;p42">
            <a:extLst xmlns:a="http://schemas.openxmlformats.org/drawingml/2006/main">
              <a:ext uri="{FF2B5EF4-FFF2-40B4-BE49-F238E27FC236}">
                <a16:creationId xmlns:a16="http://schemas.microsoft.com/office/drawing/2014/main" id="{6D5C4AB3-0B61-41CE-9CB3-DB0699B5A9FE}"/>
              </a:ext>
            </a:extLst>
          </p:cNvPr>
          <p:cNvSpPr>
            <a:spLocks xmlns:a="http://schemas.openxmlformats.org/drawingml/2006/main" noGrp="1"/>
          </p:cNvSpPr>
          <p:nvPr>
            <p:ph type="title" idx="0"/>
          </p:nvPr>
        </p:nvSpPr>
        <p:spPr>
          <a:xfrm xmlns:a="http://schemas.openxmlformats.org/drawingml/2006/main">
            <a:off x="609600" y="381000"/>
            <a:ext cx="7905750" cy="61912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700" b="1">
                <a:solidFill>
                  <a:srgbClr val="111111"/>
                </a:solidFill>
                <a:latin typeface="Roboto"/>
                <a:ea typeface="Roboto"/>
                <a:cs typeface="Roboto"/>
              </a:defRPr>
            </a:pPr>
            <a:r>
              <a:rPr sz="2700" b="1">
                <a:solidFill>
                  <a:srgbClr val="111111"/>
                </a:solidFill>
                <a:latin typeface="Roboto"/>
                <a:ea typeface="Roboto"/>
                <a:cs typeface="Roboto"/>
              </a:rPr>
              <a:t>Выводы</a:t>
            </a:r>
            <a:endParaRPr sz="3000"/>
          </a:p>
        </p:txBody>
      </p:sp>
      <p:sp>
        <p:nvSpPr>
          <p:cNvPr id="2" name="ha_22">
            <a:extLst xmlns:a="http://schemas.openxmlformats.org/drawingml/2006/main">
              <a:ext uri="{FF2B5EF4-FFF2-40B4-BE49-F238E27FC236}">
                <a16:creationId xmlns:a16="http://schemas.microsoft.com/office/drawing/2014/main" id="{6E145B34-BDE8-41AE-828D-A854C349AB78}"/>
              </a:ext>
            </a:extLst>
          </p:cNvPr>
          <p:cNvSpPr>
            <a:spLocks xmlns:a="http://schemas.openxmlformats.org/drawingml/2006/main" noGrp="1"/>
          </p:cNvSpPr>
          <p:nvPr/>
        </p:nvSpPr>
        <p:spPr>
          <a:xfrm xmlns:a="http://schemas.openxmlformats.org/drawingml/2006/main">
            <a:off x="8239125" y="4800600"/>
            <a:ext cx="333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5000"/>
              </a:lnSpc>
              <a:buNone/>
              <a:defRPr sz="900" b="0">
                <a:solidFill>
                  <a:srgbClr val="8576B6"/>
                </a:solidFill>
                <a:latin typeface="Roboto"/>
                <a:ea typeface="Roboto"/>
                <a:cs typeface="Roboto"/>
              </a:defRPr>
            </a:pPr>
            <a:r>
              <a:rPr sz="900" b="0">
                <a:solidFill>
                  <a:srgbClr val="8576B6"/>
                </a:solidFill>
                <a:latin typeface="Roboto"/>
                <a:ea typeface="Roboto"/>
                <a:cs typeface="Roboto"/>
              </a:rPr>
              <a:t>22</a:t>
            </a:r>
          </a:p>
        </p:txBody>
      </p:sp>
      <p:sp>
        <p:nvSpPr>
          <p:cNvPr id="3" name="ha_1.">
            <a:extLst xmlns:a="http://schemas.openxmlformats.org/drawingml/2006/main">
              <a:ext uri="{FF2B5EF4-FFF2-40B4-BE49-F238E27FC236}">
                <a16:creationId xmlns:a16="http://schemas.microsoft.com/office/drawing/2014/main" id="{B2A3F977-4B9F-4200-AB20-3490C0887248}"/>
              </a:ext>
            </a:extLst>
          </p:cNvPr>
          <p:cNvSpPr>
            <a:spLocks xmlns:a="http://schemas.openxmlformats.org/drawingml/2006/main" noGrp="1"/>
          </p:cNvSpPr>
          <p:nvPr/>
        </p:nvSpPr>
        <p:spPr>
          <a:xfrm xmlns:a="http://schemas.openxmlformats.org/drawingml/2006/main">
            <a:off x="762000" y="14287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1.</a:t>
            </a:r>
          </a:p>
        </p:txBody>
      </p:sp>
      <p:sp>
        <p:nvSpPr>
          <p:cNvPr id="4" name="ha_Backend имеет резервный экземпляр">
            <a:extLst xmlns:a="http://schemas.openxmlformats.org/drawingml/2006/main">
              <a:ext uri="{FF2B5EF4-FFF2-40B4-BE49-F238E27FC236}">
                <a16:creationId xmlns:a16="http://schemas.microsoft.com/office/drawing/2014/main" id="{3349012C-D4C5-4839-BA6F-E30C4BEBE011}"/>
              </a:ext>
            </a:extLst>
          </p:cNvPr>
          <p:cNvSpPr>
            <a:spLocks xmlns:a="http://schemas.openxmlformats.org/drawingml/2006/main" noGrp="1"/>
          </p:cNvSpPr>
          <p:nvPr/>
        </p:nvSpPr>
        <p:spPr>
          <a:xfrm xmlns:a="http://schemas.openxmlformats.org/drawingml/2006/main">
            <a:off x="1333500" y="14287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Backend имеет резервный экземпляр</a:t>
            </a:r>
          </a:p>
        </p:txBody>
      </p:sp>
      <p:sp>
        <p:nvSpPr>
          <p:cNvPr id="5" name="ha_2.">
            <a:extLst xmlns:a="http://schemas.openxmlformats.org/drawingml/2006/main">
              <a:ext uri="{FF2B5EF4-FFF2-40B4-BE49-F238E27FC236}">
                <a16:creationId xmlns:a16="http://schemas.microsoft.com/office/drawing/2014/main" id="{66DFFA1F-FB67-43F2-8506-31BE28C7BF88}"/>
              </a:ext>
            </a:extLst>
          </p:cNvPr>
          <p:cNvSpPr>
            <a:spLocks xmlns:a="http://schemas.openxmlformats.org/drawingml/2006/main" noGrp="1"/>
          </p:cNvSpPr>
          <p:nvPr/>
        </p:nvSpPr>
        <p:spPr>
          <a:xfrm xmlns:a="http://schemas.openxmlformats.org/drawingml/2006/main">
            <a:off x="762000" y="20193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2.</a:t>
            </a:r>
          </a:p>
        </p:txBody>
      </p:sp>
      <p:sp>
        <p:nvSpPr>
          <p:cNvPr id="6" name="ha_Репликация и backup настроены">
            <a:extLst xmlns:a="http://schemas.openxmlformats.org/drawingml/2006/main">
              <a:ext uri="{FF2B5EF4-FFF2-40B4-BE49-F238E27FC236}">
                <a16:creationId xmlns:a16="http://schemas.microsoft.com/office/drawing/2014/main" id="{119F889C-8ADA-440C-8115-057C8FF6A619}"/>
              </a:ext>
            </a:extLst>
          </p:cNvPr>
          <p:cNvSpPr>
            <a:spLocks xmlns:a="http://schemas.openxmlformats.org/drawingml/2006/main" noGrp="1"/>
          </p:cNvSpPr>
          <p:nvPr/>
        </p:nvSpPr>
        <p:spPr>
          <a:xfrm xmlns:a="http://schemas.openxmlformats.org/drawingml/2006/main">
            <a:off x="1333500" y="20193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Репликация и backup настроены</a:t>
            </a:r>
          </a:p>
        </p:txBody>
      </p:sp>
      <p:sp>
        <p:nvSpPr>
          <p:cNvPr id="7" name="ha_3.">
            <a:extLst xmlns:a="http://schemas.openxmlformats.org/drawingml/2006/main">
              <a:ext uri="{FF2B5EF4-FFF2-40B4-BE49-F238E27FC236}">
                <a16:creationId xmlns:a16="http://schemas.microsoft.com/office/drawing/2014/main" id="{9DD6284F-2FB9-48C6-8CC6-FE35BB725070}"/>
              </a:ext>
            </a:extLst>
          </p:cNvPr>
          <p:cNvSpPr>
            <a:spLocks xmlns:a="http://schemas.openxmlformats.org/drawingml/2006/main" noGrp="1"/>
          </p:cNvSpPr>
          <p:nvPr/>
        </p:nvSpPr>
        <p:spPr>
          <a:xfrm xmlns:a="http://schemas.openxmlformats.org/drawingml/2006/main">
            <a:off x="762000" y="26098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3.</a:t>
            </a:r>
          </a:p>
        </p:txBody>
      </p:sp>
      <p:sp>
        <p:nvSpPr>
          <p:cNvPr id="8" name="ha_Метрики дополняются централизованны">
            <a:extLst xmlns:a="http://schemas.openxmlformats.org/drawingml/2006/main">
              <a:ext uri="{FF2B5EF4-FFF2-40B4-BE49-F238E27FC236}">
                <a16:creationId xmlns:a16="http://schemas.microsoft.com/office/drawing/2014/main" id="{14F87AD5-23EC-475E-B148-BFB482B47881}"/>
              </a:ext>
            </a:extLst>
          </p:cNvPr>
          <p:cNvSpPr>
            <a:spLocks xmlns:a="http://schemas.openxmlformats.org/drawingml/2006/main" noGrp="1"/>
          </p:cNvSpPr>
          <p:nvPr/>
        </p:nvSpPr>
        <p:spPr>
          <a:xfrm xmlns:a="http://schemas.openxmlformats.org/drawingml/2006/main">
            <a:off x="1333500" y="26098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Метрики дополняются централизованными логами</a:t>
            </a:r>
          </a:p>
        </p:txBody>
      </p:sp>
      <p:sp>
        <p:nvSpPr>
          <p:cNvPr id="9" name="ha_4.">
            <a:extLst xmlns:a="http://schemas.openxmlformats.org/drawingml/2006/main">
              <a:ext uri="{FF2B5EF4-FFF2-40B4-BE49-F238E27FC236}">
                <a16:creationId xmlns:a16="http://schemas.microsoft.com/office/drawing/2014/main" id="{588520DE-D83A-40B8-9262-785CA6E3A4A9}"/>
              </a:ext>
            </a:extLst>
          </p:cNvPr>
          <p:cNvSpPr>
            <a:spLocks xmlns:a="http://schemas.openxmlformats.org/drawingml/2006/main" noGrp="1"/>
          </p:cNvSpPr>
          <p:nvPr/>
        </p:nvSpPr>
        <p:spPr>
          <a:xfrm xmlns:a="http://schemas.openxmlformats.org/drawingml/2006/main">
            <a:off x="762000" y="320040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4.</a:t>
            </a:r>
          </a:p>
        </p:txBody>
      </p:sp>
      <p:sp>
        <p:nvSpPr>
          <p:cNvPr id="10" name="ha_Конфигурация воспроизводится через ">
            <a:extLst xmlns:a="http://schemas.openxmlformats.org/drawingml/2006/main">
              <a:ext uri="{FF2B5EF4-FFF2-40B4-BE49-F238E27FC236}">
                <a16:creationId xmlns:a16="http://schemas.microsoft.com/office/drawing/2014/main" id="{14D10B01-CE18-4FA5-A2F8-16F2DC02D7AD}"/>
              </a:ext>
            </a:extLst>
          </p:cNvPr>
          <p:cNvSpPr>
            <a:spLocks xmlns:a="http://schemas.openxmlformats.org/drawingml/2006/main" noGrp="1"/>
          </p:cNvSpPr>
          <p:nvPr/>
        </p:nvSpPr>
        <p:spPr>
          <a:xfrm xmlns:a="http://schemas.openxmlformats.org/drawingml/2006/main">
            <a:off x="1333500" y="32004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Конфигурация воспроизводится через Ansible</a:t>
            </a:r>
          </a:p>
        </p:txBody>
      </p:sp>
      <p:sp>
        <p:nvSpPr>
          <p:cNvPr id="11" name="ha_5.">
            <a:extLst xmlns:a="http://schemas.openxmlformats.org/drawingml/2006/main">
              <a:ext uri="{FF2B5EF4-FFF2-40B4-BE49-F238E27FC236}">
                <a16:creationId xmlns:a16="http://schemas.microsoft.com/office/drawing/2014/main" id="{9C74338B-B011-469B-AEFA-D3E28FA49D15}"/>
              </a:ext>
            </a:extLst>
          </p:cNvPr>
          <p:cNvSpPr>
            <a:spLocks xmlns:a="http://schemas.openxmlformats.org/drawingml/2006/main" noGrp="1"/>
          </p:cNvSpPr>
          <p:nvPr/>
        </p:nvSpPr>
        <p:spPr>
          <a:xfrm xmlns:a="http://schemas.openxmlformats.org/drawingml/2006/main">
            <a:off x="762000" y="3790950"/>
            <a:ext cx="38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1">
                <a:solidFill>
                  <a:srgbClr val="4931AA"/>
                </a:solidFill>
                <a:latin typeface="Roboto"/>
                <a:ea typeface="Roboto"/>
                <a:cs typeface="Roboto"/>
              </a:defRPr>
            </a:pPr>
            <a:r>
              <a:rPr sz="1650" b="1">
                <a:solidFill>
                  <a:srgbClr val="4931AA"/>
                </a:solidFill>
                <a:latin typeface="Roboto"/>
                <a:ea typeface="Roboto"/>
                <a:cs typeface="Roboto"/>
              </a:rPr>
              <a:t>5.</a:t>
            </a:r>
          </a:p>
        </p:txBody>
      </p:sp>
      <p:sp>
        <p:nvSpPr>
          <p:cNvPr id="12" name="ha_Границы отказоустойчивости определе">
            <a:extLst xmlns:a="http://schemas.openxmlformats.org/drawingml/2006/main">
              <a:ext uri="{FF2B5EF4-FFF2-40B4-BE49-F238E27FC236}">
                <a16:creationId xmlns:a16="http://schemas.microsoft.com/office/drawing/2014/main" id="{98251BD7-8C73-4D47-A598-B30BC7AD23E8}"/>
              </a:ext>
            </a:extLst>
          </p:cNvPr>
          <p:cNvSpPr>
            <a:spLocks xmlns:a="http://schemas.openxmlformats.org/drawingml/2006/main" noGrp="1"/>
          </p:cNvSpPr>
          <p:nvPr/>
        </p:nvSpPr>
        <p:spPr>
          <a:xfrm xmlns:a="http://schemas.openxmlformats.org/drawingml/2006/main">
            <a:off x="1333500" y="37909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650" b="0">
                <a:solidFill>
                  <a:srgbClr val="111111"/>
                </a:solidFill>
                <a:latin typeface="Roboto"/>
                <a:ea typeface="Roboto"/>
                <a:cs typeface="Roboto"/>
              </a:defRPr>
            </a:pPr>
            <a:r>
              <a:rPr sz="1650" b="0">
                <a:solidFill>
                  <a:srgbClr val="111111"/>
                </a:solidFill>
                <a:latin typeface="Roboto"/>
                <a:ea typeface="Roboto"/>
                <a:cs typeface="Roboto"/>
              </a:rPr>
              <a:t>Границы отказоустойчивости определены</a:t>
            </a:r>
          </a:p>
        </p:txBody>
      </p:sp>
    </p:spTree>
    <p:extLst>
      <p:ext uri="{BB962C8B-B14F-4D97-AF65-F5344CB8AC3E}">
        <p14:creationId xmlns:p14="http://schemas.microsoft.com/office/powerpoint/2010/main" val="127856145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4" name="Google Shape;221;p43"/>
          <p:cNvPicPr>
            <a:picLocks xmlns:a="http://schemas.openxmlformats.org/drawingml/2006/main" noChangeAspect="1"/>
          </p:cNvPicPr>
          <p:nvPr/>
        </p:nvPicPr>
        <p:blipFill>
          <a:blip xmlns:r="http://schemas.openxmlformats.org/officeDocument/2006/relationships" xmlns:a="http://schemas.openxmlformats.org/drawingml/2006/main" r:embed="R9b599cceb7c44399">
            <a:alphaModFix/>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2" name="ha_Вопросы и рекомендации">
            <a:extLst xmlns:a="http://schemas.openxmlformats.org/drawingml/2006/main">
              <a:ext uri="{FF2B5EF4-FFF2-40B4-BE49-F238E27FC236}">
                <a16:creationId xmlns:a16="http://schemas.microsoft.com/office/drawing/2014/main" id="{3E9D2478-28AC-4E2B-9BD1-786C7590D889}"/>
              </a:ext>
            </a:extLst>
          </p:cNvPr>
          <p:cNvSpPr>
            <a:spLocks xmlns:a="http://schemas.openxmlformats.org/drawingml/2006/main" noGrp="1"/>
          </p:cNvSpPr>
          <p:nvPr/>
        </p:nvSpPr>
        <p:spPr>
          <a:xfrm xmlns:a="http://schemas.openxmlformats.org/drawingml/2006/main">
            <a:off x="571500" y="1666875"/>
            <a:ext cx="8001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3000" b="1">
                <a:solidFill>
                  <a:srgbClr val="FFFFFF"/>
                </a:solidFill>
                <a:latin typeface="Roboto"/>
                <a:ea typeface="Roboto"/>
                <a:cs typeface="Roboto"/>
              </a:defRPr>
            </a:pPr>
            <a:r>
              <a:rPr sz="3000" b="1">
                <a:solidFill>
                  <a:srgbClr val="FFFFFF"/>
                </a:solidFill>
                <a:latin typeface="Roboto"/>
                <a:ea typeface="Roboto"/>
                <a:cs typeface="Roboto"/>
              </a:rPr>
              <a:t>Вопросы и рекомендации</a:t>
            </a:r>
          </a:p>
        </p:txBody>
      </p:sp>
      <p:sp>
        <p:nvSpPr>
          <p:cNvPr id="3" name="ha_Резервирование входа&#10;Переключение P">
            <a:extLst xmlns:a="http://schemas.openxmlformats.org/drawingml/2006/main">
              <a:ext uri="{FF2B5EF4-FFF2-40B4-BE49-F238E27FC236}">
                <a16:creationId xmlns:a16="http://schemas.microsoft.com/office/drawing/2014/main" id="{EC074B0D-4486-49AC-AB84-D141039FE33D}"/>
              </a:ext>
            </a:extLst>
          </p:cNvPr>
          <p:cNvSpPr>
            <a:spLocks xmlns:a="http://schemas.openxmlformats.org/drawingml/2006/main" noGrp="1"/>
          </p:cNvSpPr>
          <p:nvPr/>
        </p:nvSpPr>
        <p:spPr>
          <a:xfrm xmlns:a="http://schemas.openxmlformats.org/drawingml/2006/main">
            <a:off x="619125" y="2914650"/>
            <a:ext cx="771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875" b="0">
                <a:solidFill>
                  <a:srgbClr val="FFFFFF"/>
                </a:solidFill>
                <a:latin typeface="Roboto"/>
                <a:ea typeface="Roboto"/>
                <a:cs typeface="Roboto"/>
              </a:defRPr>
            </a:pPr>
            <a:r>
              <a:rPr sz="1875" b="0">
                <a:solidFill>
                  <a:srgbClr val="FFFFFF"/>
                </a:solidFill>
                <a:latin typeface="Roboto"/>
                <a:ea typeface="Roboto"/>
                <a:cs typeface="Roboto"/>
              </a:rPr>
              <a:t>Резервирование входа</a:t>
            </a:r>
          </a:p>
          <a:p xmlns:a="http://schemas.openxmlformats.org/drawingml/2006/main">
            <a:pPr algn="l">
              <a:lnSpc>
                <a:spcPct val="115000"/>
              </a:lnSpc>
              <a:buNone/>
              <a:defRPr sz="1875" b="0">
                <a:solidFill>
                  <a:srgbClr val="FFFFFF"/>
                </a:solidFill>
                <a:latin typeface="Roboto"/>
                <a:ea typeface="Roboto"/>
                <a:cs typeface="Roboto"/>
              </a:defRPr>
            </a:pPr>
            <a:r>
              <a:rPr sz="1875" b="0">
                <a:solidFill>
                  <a:srgbClr val="FFFFFF"/>
                </a:solidFill>
                <a:latin typeface="Roboto"/>
                <a:ea typeface="Roboto"/>
                <a:cs typeface="Roboto"/>
              </a:rPr>
              <a:t>Переключение PostgreSQL</a:t>
            </a:r>
          </a:p>
          <a:p xmlns:a="http://schemas.openxmlformats.org/drawingml/2006/main">
            <a:pPr algn="l">
              <a:lnSpc>
                <a:spcPct val="115000"/>
              </a:lnSpc>
              <a:buNone/>
              <a:defRPr sz="1875" b="0">
                <a:solidFill>
                  <a:srgbClr val="FFFFFF"/>
                </a:solidFill>
                <a:latin typeface="Roboto"/>
                <a:ea typeface="Roboto"/>
                <a:cs typeface="Roboto"/>
              </a:defRPr>
            </a:pPr>
            <a:r>
              <a:rPr sz="1875" b="0">
                <a:solidFill>
                  <a:srgbClr val="FFFFFF"/>
                </a:solidFill>
                <a:latin typeface="Roboto"/>
                <a:ea typeface="Roboto"/>
                <a:cs typeface="Roboto"/>
              </a:rPr>
              <a:t>Проверка восстановления данных</a:t>
            </a:r>
          </a:p>
        </p:txBody>
      </p:sp>
    </p:spTree>
    <p:extLst>
      <p:ext uri="{BB962C8B-B14F-4D97-AF65-F5344CB8AC3E}">
        <p14:creationId xmlns:p14="http://schemas.microsoft.com/office/powerpoint/2010/main" val="83418113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 name="Google Shape;234;p44"/>
          <p:cNvPicPr>
            <a:picLocks xmlns:a="http://schemas.openxmlformats.org/drawingml/2006/main" noChangeAspect="1"/>
          </p:cNvPicPr>
          <p:nvPr/>
        </p:nvPicPr>
        <p:blipFill>
          <a:blip xmlns:r="http://schemas.openxmlformats.org/officeDocument/2006/relationships" xmlns:a="http://schemas.openxmlformats.org/drawingml/2006/main" r:embed="R1d03b82210b7487e">
            <a:alphaModFix/>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2" name="Google Shape;235;p44">
            <a:extLst xmlns:a="http://schemas.openxmlformats.org/drawingml/2006/main">
              <a:ext uri="{FF2B5EF4-FFF2-40B4-BE49-F238E27FC236}">
                <a16:creationId xmlns:a16="http://schemas.microsoft.com/office/drawing/2014/main" id="{4121F675-43AB-44A8-AC0D-B59CFFEA7777}"/>
              </a:ext>
            </a:extLst>
          </p:cNvPr>
          <p:cNvSpPr>
            <a:spLocks xmlns:a="http://schemas.openxmlformats.org/drawingml/2006/main" noGrp="1"/>
          </p:cNvSpPr>
          <p:nvPr>
            <p:ph type="title" idx="4294967295"/>
          </p:nvPr>
        </p:nvSpPr>
        <p:spPr>
          <a:xfrm xmlns:a="http://schemas.openxmlformats.org/drawingml/2006/main">
            <a:off x="609600" y="1962150"/>
            <a:ext cx="7239000" cy="71437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3300" b="1">
                <a:solidFill>
                  <a:srgbClr val="FFFFFF"/>
                </a:solidFill>
                <a:latin typeface="Roboto"/>
                <a:ea typeface="Roboto"/>
                <a:cs typeface="Roboto"/>
              </a:defRPr>
            </a:pPr>
            <a:r>
              <a:rPr sz="3300" b="1">
                <a:solidFill>
                  <a:srgbClr val="FFFFFF"/>
                </a:solidFill>
                <a:latin typeface="Roboto"/>
                <a:ea typeface="Roboto"/>
                <a:cs typeface="Roboto"/>
              </a:rPr>
              <a:t>Спасибо за внимание!</a:t>
            </a:r>
            <a:endParaRPr sz="5000">
              <a:solidFill>
                <a:schemeClr val="lt1"/>
              </a:solidFill>
            </a:endParaRPr>
          </a:p>
        </p:txBody>
      </p:sp>
      <p:pic>
        <p:nvPicPr>
          <p:cNvPr id="7" name="Google Shape;236;p44"/>
          <p:cNvPicPr>
            <a:picLocks xmlns:a="http://schemas.openxmlformats.org/drawingml/2006/main" noChangeAspect="1"/>
          </p:cNvPicPr>
          <p:nvPr/>
        </p:nvPicPr>
        <p:blipFill>
          <a:blip xmlns:r="http://schemas.openxmlformats.org/officeDocument/2006/relationships" xmlns:a="http://schemas.openxmlformats.org/drawingml/2006/main" r:embed="R69f7ff02856f4115">
            <a:alphaModFix/>
          </a:blip>
          <a:stretch xmlns:a="http://schemas.openxmlformats.org/drawingml/2006/main">
            <a:fillRect l="0" t="0" r="0" b="0"/>
          </a:stretch>
        </p:blipFill>
        <p:spPr>
          <a:xfrm xmlns:a="http://schemas.openxmlformats.org/drawingml/2006/main">
            <a:off x="6727300" y="231871"/>
            <a:ext cx="2270875" cy="3042250"/>
          </a:xfrm>
          <a:prstGeom xmlns:a="http://schemas.openxmlformats.org/drawingml/2006/main" prst="rect">
            <a:avLst/>
          </a:prstGeom>
          <a:ln xmlns:a="http://schemas.openxmlformats.org/drawingml/2006/main">
            <a:noFill/>
          </a:ln>
        </p:spPr>
      </p:pic>
      <p:sp>
        <p:nvSpPr>
          <p:cNvPr id="4" name="ha_Хайдукова Елизавета">
            <a:extLst xmlns:a="http://schemas.openxmlformats.org/drawingml/2006/main">
              <a:ext uri="{FF2B5EF4-FFF2-40B4-BE49-F238E27FC236}">
                <a16:creationId xmlns:a16="http://schemas.microsoft.com/office/drawing/2014/main" id="{AB6A698E-04CB-4883-B5D0-3E3CC7BB94ED}"/>
              </a:ext>
            </a:extLst>
          </p:cNvPr>
          <p:cNvSpPr>
            <a:spLocks xmlns:a="http://schemas.openxmlformats.org/drawingml/2006/main" noGrp="1"/>
          </p:cNvSpPr>
          <p:nvPr/>
        </p:nvSpPr>
        <p:spPr>
          <a:xfrm xmlns:a="http://schemas.openxmlformats.org/drawingml/2006/main">
            <a:off x="723900" y="319087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950" b="0">
                <a:solidFill>
                  <a:srgbClr val="FFFFFF"/>
                </a:solidFill>
                <a:latin typeface="Roboto"/>
                <a:ea typeface="Roboto"/>
                <a:cs typeface="Roboto"/>
              </a:defRPr>
            </a:pPr>
            <a:r>
              <a:rPr sz="1950" b="0">
                <a:solidFill>
                  <a:srgbClr val="FFFFFF"/>
                </a:solidFill>
                <a:latin typeface="Roboto"/>
                <a:ea typeface="Roboto"/>
                <a:cs typeface="Roboto"/>
              </a:rPr>
              <a:t>Хайдукова Елизавета</a:t>
            </a:r>
          </a:p>
        </p:txBody>
      </p:sp>
    </p:spTree>
    <p:extLst>
      <p:ext uri="{BB962C8B-B14F-4D97-AF65-F5344CB8AC3E}">
        <p14:creationId xmlns:p14="http://schemas.microsoft.com/office/powerpoint/2010/main" val="580017341"/>
      </p:ext>
    </p:extLst>
  </p:cSld>
</p:sld>
</file>

<file path=ppt/theme/theme1.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2026-09-05T18:53:41.1960000Z</dcterms:created>
  <dcterms:modified xsi:type="dcterms:W3CDTF">2026-09-05T18:53:41.1960000Z</dcterms:modified>
</coreProperties>
</file>